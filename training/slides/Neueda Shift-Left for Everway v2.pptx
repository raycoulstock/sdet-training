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7"/>
  </p:notesMasterIdLst>
  <p:handoutMasterIdLst>
    <p:handoutMasterId r:id="rId48"/>
  </p:handoutMasterIdLst>
  <p:sldIdLst>
    <p:sldId id="2146847531" r:id="rId5"/>
    <p:sldId id="2147478966" r:id="rId6"/>
    <p:sldId id="2147478971" r:id="rId7"/>
    <p:sldId id="2147478976" r:id="rId8"/>
    <p:sldId id="2147478999" r:id="rId9"/>
    <p:sldId id="2146847568" r:id="rId10"/>
    <p:sldId id="2147479003" r:id="rId11"/>
    <p:sldId id="2147479002" r:id="rId12"/>
    <p:sldId id="2147479028" r:id="rId13"/>
    <p:sldId id="2147479004" r:id="rId14"/>
    <p:sldId id="2147479005" r:id="rId15"/>
    <p:sldId id="2147479006" r:id="rId16"/>
    <p:sldId id="2147478996" r:id="rId17"/>
    <p:sldId id="2147479007" r:id="rId18"/>
    <p:sldId id="2147479012" r:id="rId19"/>
    <p:sldId id="2147479008" r:id="rId20"/>
    <p:sldId id="2147478997" r:id="rId21"/>
    <p:sldId id="2147479009" r:id="rId22"/>
    <p:sldId id="2147479010" r:id="rId23"/>
    <p:sldId id="2147479000" r:id="rId24"/>
    <p:sldId id="2147479011" r:id="rId25"/>
    <p:sldId id="2147479014" r:id="rId26"/>
    <p:sldId id="2147478998" r:id="rId27"/>
    <p:sldId id="2147479030" r:id="rId28"/>
    <p:sldId id="2147479015" r:id="rId29"/>
    <p:sldId id="2147479016" r:id="rId30"/>
    <p:sldId id="2147479020" r:id="rId31"/>
    <p:sldId id="2147479017" r:id="rId32"/>
    <p:sldId id="2147479018" r:id="rId33"/>
    <p:sldId id="2147479021" r:id="rId34"/>
    <p:sldId id="2147479019" r:id="rId35"/>
    <p:sldId id="2147479025" r:id="rId36"/>
    <p:sldId id="2147479022" r:id="rId37"/>
    <p:sldId id="2147479026" r:id="rId38"/>
    <p:sldId id="2147479023" r:id="rId39"/>
    <p:sldId id="2147479027" r:id="rId40"/>
    <p:sldId id="2147479029" r:id="rId41"/>
    <p:sldId id="2147479013" r:id="rId42"/>
    <p:sldId id="2146847569" r:id="rId43"/>
    <p:sldId id="2146847570" r:id="rId44"/>
    <p:sldId id="2146847571" r:id="rId45"/>
    <p:sldId id="2146847583" r:id="rId46"/>
  </p:sldIdLst>
  <p:sldSz cx="12192000" cy="6858000"/>
  <p:notesSz cx="6858000" cy="9144000"/>
  <p:custDataLst>
    <p:tags r:id="rId4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CACB59F-EFEA-4277-8295-8C243E84D6AA}">
          <p14:sldIdLst>
            <p14:sldId id="2146847531"/>
            <p14:sldId id="2147478966"/>
            <p14:sldId id="2147478971"/>
            <p14:sldId id="2147478976"/>
            <p14:sldId id="2147478999"/>
          </p14:sldIdLst>
        </p14:section>
        <p14:section name="Phase 1 - Day 1" id="{D0F89A58-F0C5-45B6-AA65-B15FD5360E2A}">
          <p14:sldIdLst>
            <p14:sldId id="2146847568"/>
            <p14:sldId id="2147479003"/>
            <p14:sldId id="2147479002"/>
            <p14:sldId id="2147479028"/>
            <p14:sldId id="2147479004"/>
            <p14:sldId id="2147479005"/>
            <p14:sldId id="2147479006"/>
            <p14:sldId id="2147478996"/>
            <p14:sldId id="2147479007"/>
            <p14:sldId id="2147479012"/>
            <p14:sldId id="2147479008"/>
            <p14:sldId id="2147478997"/>
            <p14:sldId id="2147479009"/>
            <p14:sldId id="2147479010"/>
            <p14:sldId id="2147479000"/>
            <p14:sldId id="2147479011"/>
            <p14:sldId id="2147479014"/>
            <p14:sldId id="2147478998"/>
            <p14:sldId id="2147479030"/>
            <p14:sldId id="2147479015"/>
            <p14:sldId id="2147479016"/>
            <p14:sldId id="2147479020"/>
            <p14:sldId id="2147479017"/>
            <p14:sldId id="2147479018"/>
            <p14:sldId id="2147479021"/>
            <p14:sldId id="2147479019"/>
            <p14:sldId id="2147479025"/>
            <p14:sldId id="2147479022"/>
            <p14:sldId id="2147479026"/>
            <p14:sldId id="2147479023"/>
            <p14:sldId id="2147479027"/>
            <p14:sldId id="2147479029"/>
            <p14:sldId id="2147479013"/>
          </p14:sldIdLst>
        </p14:section>
        <p14:section name="Phase 1 - Day 2" id="{91A10502-168B-441C-A37C-82CC968FF43A}">
          <p14:sldIdLst>
            <p14:sldId id="2146847569"/>
          </p14:sldIdLst>
        </p14:section>
        <p14:section name="Phase 2 - Day 1" id="{8A4A74D4-686E-49C8-BD16-02A86B003545}">
          <p14:sldIdLst>
            <p14:sldId id="2146847570"/>
          </p14:sldIdLst>
        </p14:section>
        <p14:section name="Phase 2 - Day 2" id="{4ED99093-D6A8-4235-B95E-BEE5A9339EBE}">
          <p14:sldIdLst>
            <p14:sldId id="2146847571"/>
            <p14:sldId id="21468475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A9701F-D592-DC9F-5004-6FC2A44E2EA7}" name="Susan Dumas" initials="SD" userId="S::susan.dumas@neueda.com::344909c6-f792-4aae-bfa9-0833174df6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700"/>
    <a:srgbClr val="191A24"/>
    <a:srgbClr val="FFFFFF"/>
    <a:srgbClr val="D6D6D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1EE79-97FE-476D-B229-477A4CE16C46}" v="12" dt="2026-08-24T06:52:34.088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03" d="100"/>
          <a:sy n="103" d="100"/>
        </p:scale>
        <p:origin x="35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56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 Coulstock" userId="32d60e15f1384047" providerId="LiveId" clId="{7326A5DA-AC13-434D-BBCB-56E6A11702D1}"/>
    <pc:docChg chg="undo custSel addSld delSld modSld sldOrd addSection delSection modSection">
      <pc:chgData name="Ray Coulstock" userId="32d60e15f1384047" providerId="LiveId" clId="{7326A5DA-AC13-434D-BBCB-56E6A11702D1}" dt="2026-08-24T13:45:17.954" v="1777" actId="17851"/>
      <pc:docMkLst>
        <pc:docMk/>
      </pc:docMkLst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607495754" sldId="920"/>
        </pc:sldMkLst>
      </pc:sldChg>
      <pc:sldChg chg="add">
        <pc:chgData name="Ray Coulstock" userId="32d60e15f1384047" providerId="LiveId" clId="{7326A5DA-AC13-434D-BBCB-56E6A11702D1}" dt="2026-08-20T04:09:21.951" v="2"/>
        <pc:sldMkLst>
          <pc:docMk/>
          <pc:sldMk cId="0" sldId="2146847531"/>
        </pc:sldMkLst>
      </pc:sldChg>
      <pc:sldChg chg="modSp add">
        <pc:chgData name="Ray Coulstock" userId="32d60e15f1384047" providerId="LiveId" clId="{7326A5DA-AC13-434D-BBCB-56E6A11702D1}" dt="2026-08-20T04:47:24.846" v="59"/>
        <pc:sldMkLst>
          <pc:docMk/>
          <pc:sldMk cId="1260727173" sldId="2146847568"/>
        </pc:sldMkLst>
        <pc:spChg chg="mod">
          <ac:chgData name="Ray Coulstock" userId="32d60e15f1384047" providerId="LiveId" clId="{7326A5DA-AC13-434D-BBCB-56E6A11702D1}" dt="2026-08-20T04:47:24.846" v="59"/>
          <ac:spMkLst>
            <pc:docMk/>
            <pc:sldMk cId="1260727173" sldId="2146847568"/>
            <ac:spMk id="175" creationId="{CAE7AEA9-F1D1-81DA-8538-4B1283F14E7F}"/>
          </ac:spMkLst>
        </pc:spChg>
      </pc:sldChg>
      <pc:sldChg chg="modSp add">
        <pc:chgData name="Ray Coulstock" userId="32d60e15f1384047" providerId="LiveId" clId="{7326A5DA-AC13-434D-BBCB-56E6A11702D1}" dt="2026-08-20T04:48:09.111" v="61"/>
        <pc:sldMkLst>
          <pc:docMk/>
          <pc:sldMk cId="2112735379" sldId="2146847569"/>
        </pc:sldMkLst>
        <pc:spChg chg="mod">
          <ac:chgData name="Ray Coulstock" userId="32d60e15f1384047" providerId="LiveId" clId="{7326A5DA-AC13-434D-BBCB-56E6A11702D1}" dt="2026-08-20T04:48:09.111" v="61"/>
          <ac:spMkLst>
            <pc:docMk/>
            <pc:sldMk cId="2112735379" sldId="2146847569"/>
            <ac:spMk id="175" creationId="{1F5C8545-4D2C-18EE-1ECF-EAE821A690B5}"/>
          </ac:spMkLst>
        </pc:spChg>
      </pc:sldChg>
      <pc:sldChg chg="modSp add">
        <pc:chgData name="Ray Coulstock" userId="32d60e15f1384047" providerId="LiveId" clId="{7326A5DA-AC13-434D-BBCB-56E6A11702D1}" dt="2026-08-20T04:48:09.111" v="61"/>
        <pc:sldMkLst>
          <pc:docMk/>
          <pc:sldMk cId="1908232213" sldId="2146847570"/>
        </pc:sldMkLst>
        <pc:spChg chg="mod">
          <ac:chgData name="Ray Coulstock" userId="32d60e15f1384047" providerId="LiveId" clId="{7326A5DA-AC13-434D-BBCB-56E6A11702D1}" dt="2026-08-20T04:48:09.111" v="61"/>
          <ac:spMkLst>
            <pc:docMk/>
            <pc:sldMk cId="1908232213" sldId="2146847570"/>
            <ac:spMk id="175" creationId="{CE507C40-F705-2FAC-5CF7-9AD18B17CD5D}"/>
          </ac:spMkLst>
        </pc:spChg>
      </pc:sldChg>
      <pc:sldChg chg="modSp add">
        <pc:chgData name="Ray Coulstock" userId="32d60e15f1384047" providerId="LiveId" clId="{7326A5DA-AC13-434D-BBCB-56E6A11702D1}" dt="2026-08-20T04:48:09.111" v="61"/>
        <pc:sldMkLst>
          <pc:docMk/>
          <pc:sldMk cId="890729348" sldId="2146847571"/>
        </pc:sldMkLst>
        <pc:spChg chg="mod">
          <ac:chgData name="Ray Coulstock" userId="32d60e15f1384047" providerId="LiveId" clId="{7326A5DA-AC13-434D-BBCB-56E6A11702D1}" dt="2026-08-20T04:48:09.111" v="61"/>
          <ac:spMkLst>
            <pc:docMk/>
            <pc:sldMk cId="890729348" sldId="2146847571"/>
            <ac:spMk id="175" creationId="{84F44B22-1C6C-4D74-81A6-92F248C59CC7}"/>
          </ac:spMkLst>
        </pc:spChg>
      </pc:sldChg>
      <pc:sldChg chg="del">
        <pc:chgData name="Ray Coulstock" userId="32d60e15f1384047" providerId="LiveId" clId="{7326A5DA-AC13-434D-BBCB-56E6A11702D1}" dt="2026-08-24T13:42:49.444" v="1776" actId="47"/>
        <pc:sldMkLst>
          <pc:docMk/>
          <pc:sldMk cId="0" sldId="2146847588"/>
        </pc:sldMkLst>
      </pc:sldChg>
      <pc:sldChg chg="del">
        <pc:chgData name="Ray Coulstock" userId="32d60e15f1384047" providerId="LiveId" clId="{7326A5DA-AC13-434D-BBCB-56E6A11702D1}" dt="2026-08-24T13:42:49.444" v="1776" actId="47"/>
        <pc:sldMkLst>
          <pc:docMk/>
          <pc:sldMk cId="501573755" sldId="2146847593"/>
        </pc:sldMkLst>
      </pc:sldChg>
      <pc:sldChg chg="del">
        <pc:chgData name="Ray Coulstock" userId="32d60e15f1384047" providerId="LiveId" clId="{7326A5DA-AC13-434D-BBCB-56E6A11702D1}" dt="2026-08-24T13:42:49.444" v="1776" actId="47"/>
        <pc:sldMkLst>
          <pc:docMk/>
          <pc:sldMk cId="30623446" sldId="2146847594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3521394791" sldId="2146847595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2610308502" sldId="2146847596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170208390" sldId="2146847607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579650631" sldId="2146847609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4239552702" sldId="2146847610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0" sldId="2146847611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4208552132" sldId="2146847660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475893504" sldId="2147478964"/>
        </pc:sldMkLst>
      </pc:sldChg>
      <pc:sldChg chg="addSp delSp modSp add mod">
        <pc:chgData name="Ray Coulstock" userId="32d60e15f1384047" providerId="LiveId" clId="{7326A5DA-AC13-434D-BBCB-56E6A11702D1}" dt="2026-08-20T04:15:33.180" v="58" actId="931"/>
        <pc:sldMkLst>
          <pc:docMk/>
          <pc:sldMk cId="3814355201" sldId="2147478966"/>
        </pc:sldMkLst>
        <pc:spChg chg="mod">
          <ac:chgData name="Ray Coulstock" userId="32d60e15f1384047" providerId="LiveId" clId="{7326A5DA-AC13-434D-BBCB-56E6A11702D1}" dt="2026-08-20T04:10:55.388" v="35" actId="20577"/>
          <ac:spMkLst>
            <pc:docMk/>
            <pc:sldMk cId="3814355201" sldId="2147478966"/>
            <ac:spMk id="16" creationId="{0EE822BD-8DA6-1DF9-486B-4EE87F36B47B}"/>
          </ac:spMkLst>
        </pc:spChg>
        <pc:picChg chg="add mod ord">
          <ac:chgData name="Ray Coulstock" userId="32d60e15f1384047" providerId="LiveId" clId="{7326A5DA-AC13-434D-BBCB-56E6A11702D1}" dt="2026-08-20T04:15:33.180" v="58" actId="931"/>
          <ac:picMkLst>
            <pc:docMk/>
            <pc:sldMk cId="3814355201" sldId="2147478966"/>
            <ac:picMk id="6" creationId="{DEFB1ABA-4979-27EA-74ED-CD4D94A68E13}"/>
          </ac:picMkLst>
        </pc:picChg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2330295248" sldId="2147478969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838274409" sldId="2147478970"/>
        </pc:sldMkLst>
      </pc:sldChg>
      <pc:sldChg chg="modSp add mod">
        <pc:chgData name="Ray Coulstock" userId="32d60e15f1384047" providerId="LiveId" clId="{7326A5DA-AC13-434D-BBCB-56E6A11702D1}" dt="2026-08-20T04:13:04.042" v="56" actId="20577"/>
        <pc:sldMkLst>
          <pc:docMk/>
          <pc:sldMk cId="1519942394" sldId="2147478971"/>
        </pc:sldMkLst>
        <pc:spChg chg="mod">
          <ac:chgData name="Ray Coulstock" userId="32d60e15f1384047" providerId="LiveId" clId="{7326A5DA-AC13-434D-BBCB-56E6A11702D1}" dt="2026-08-20T04:13:04.042" v="56" actId="20577"/>
          <ac:spMkLst>
            <pc:docMk/>
            <pc:sldMk cId="1519942394" sldId="2147478971"/>
            <ac:spMk id="4" creationId="{E761F40A-51E1-27CF-453E-9945407679F1}"/>
          </ac:spMkLst>
        </pc:spChg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1586609473" sldId="2147478973"/>
        </pc:sldMkLst>
      </pc:sldChg>
      <pc:sldChg chg="del">
        <pc:chgData name="Ray Coulstock" userId="32d60e15f1384047" providerId="LiveId" clId="{7326A5DA-AC13-434D-BBCB-56E6A11702D1}" dt="2026-08-24T13:42:49.444" v="1776" actId="47"/>
        <pc:sldMkLst>
          <pc:docMk/>
          <pc:sldMk cId="3671157875" sldId="2147478974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337341899" sldId="2147478975"/>
        </pc:sldMkLst>
      </pc:sldChg>
      <pc:sldChg chg="add">
        <pc:chgData name="Ray Coulstock" userId="32d60e15f1384047" providerId="LiveId" clId="{7326A5DA-AC13-434D-BBCB-56E6A11702D1}" dt="2026-08-20T04:10:25.924" v="5"/>
        <pc:sldMkLst>
          <pc:docMk/>
          <pc:sldMk cId="2496331969" sldId="2147478976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3372741751" sldId="2147478978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1131852267" sldId="2147478979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1967765324" sldId="2147478980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196956689" sldId="2147478981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2899045465" sldId="2147478982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2483376503" sldId="2147478984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2161890198" sldId="2147478985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3832674555" sldId="2147478986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122941785" sldId="2147478987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3343468533" sldId="2147478988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1844339152" sldId="2147478989"/>
        </pc:sldMkLst>
      </pc:sldChg>
      <pc:sldChg chg="del">
        <pc:chgData name="Ray Coulstock" userId="32d60e15f1384047" providerId="LiveId" clId="{7326A5DA-AC13-434D-BBCB-56E6A11702D1}" dt="2026-08-24T13:42:49.444" v="1776" actId="47"/>
        <pc:sldMkLst>
          <pc:docMk/>
          <pc:sldMk cId="3011192210" sldId="2147478990"/>
        </pc:sldMkLst>
      </pc:sldChg>
      <pc:sldChg chg="del">
        <pc:chgData name="Ray Coulstock" userId="32d60e15f1384047" providerId="LiveId" clId="{7326A5DA-AC13-434D-BBCB-56E6A11702D1}" dt="2026-08-24T13:42:49.444" v="1776" actId="47"/>
        <pc:sldMkLst>
          <pc:docMk/>
          <pc:sldMk cId="719724429" sldId="2147478991"/>
        </pc:sldMkLst>
      </pc:sldChg>
      <pc:sldChg chg="del">
        <pc:chgData name="Ray Coulstock" userId="32d60e15f1384047" providerId="LiveId" clId="{7326A5DA-AC13-434D-BBCB-56E6A11702D1}" dt="2026-08-24T13:42:49.444" v="1776" actId="47"/>
        <pc:sldMkLst>
          <pc:docMk/>
          <pc:sldMk cId="614294328" sldId="2147478992"/>
        </pc:sldMkLst>
      </pc:sldChg>
      <pc:sldChg chg="del">
        <pc:chgData name="Ray Coulstock" userId="32d60e15f1384047" providerId="LiveId" clId="{7326A5DA-AC13-434D-BBCB-56E6A11702D1}" dt="2026-08-24T13:42:49.444" v="1776" actId="47"/>
        <pc:sldMkLst>
          <pc:docMk/>
          <pc:sldMk cId="2913367547" sldId="2147478993"/>
        </pc:sldMkLst>
      </pc:sldChg>
      <pc:sldChg chg="del">
        <pc:chgData name="Ray Coulstock" userId="32d60e15f1384047" providerId="LiveId" clId="{7326A5DA-AC13-434D-BBCB-56E6A11702D1}" dt="2026-08-24T13:42:32.054" v="1773" actId="47"/>
        <pc:sldMkLst>
          <pc:docMk/>
          <pc:sldMk cId="1284032891" sldId="2147478995"/>
        </pc:sldMkLst>
      </pc:sldChg>
      <pc:sldChg chg="add">
        <pc:chgData name="Ray Coulstock" userId="32d60e15f1384047" providerId="LiveId" clId="{7326A5DA-AC13-434D-BBCB-56E6A11702D1}" dt="2026-08-20T08:28:01.043" v="1139"/>
        <pc:sldMkLst>
          <pc:docMk/>
          <pc:sldMk cId="4273174443" sldId="2147478996"/>
        </pc:sldMkLst>
      </pc:sldChg>
      <pc:sldChg chg="add">
        <pc:chgData name="Ray Coulstock" userId="32d60e15f1384047" providerId="LiveId" clId="{7326A5DA-AC13-434D-BBCB-56E6A11702D1}" dt="2026-08-20T08:29:18.101" v="1141"/>
        <pc:sldMkLst>
          <pc:docMk/>
          <pc:sldMk cId="1839800162" sldId="2147478997"/>
        </pc:sldMkLst>
      </pc:sldChg>
      <pc:sldChg chg="add">
        <pc:chgData name="Ray Coulstock" userId="32d60e15f1384047" providerId="LiveId" clId="{7326A5DA-AC13-434D-BBCB-56E6A11702D1}" dt="2026-08-20T08:29:57.881" v="1143"/>
        <pc:sldMkLst>
          <pc:docMk/>
          <pc:sldMk cId="2573391909" sldId="2147478998"/>
        </pc:sldMkLst>
      </pc:sldChg>
      <pc:sldChg chg="addSp delSp modSp add mod">
        <pc:chgData name="Ray Coulstock" userId="32d60e15f1384047" providerId="LiveId" clId="{7326A5DA-AC13-434D-BBCB-56E6A11702D1}" dt="2026-08-20T05:06:27.494" v="728" actId="1076"/>
        <pc:sldMkLst>
          <pc:docMk/>
          <pc:sldMk cId="601357687" sldId="2147478999"/>
        </pc:sldMkLst>
        <pc:spChg chg="add mod">
          <ac:chgData name="Ray Coulstock" userId="32d60e15f1384047" providerId="LiveId" clId="{7326A5DA-AC13-434D-BBCB-56E6A11702D1}" dt="2026-08-20T05:03:33.379" v="709" actId="1076"/>
          <ac:spMkLst>
            <pc:docMk/>
            <pc:sldMk cId="601357687" sldId="2147478999"/>
            <ac:spMk id="5" creationId="{D9EE9CEA-F851-DC7A-060E-534031DB0564}"/>
          </ac:spMkLst>
        </pc:spChg>
        <pc:spChg chg="mod">
          <ac:chgData name="Ray Coulstock" userId="32d60e15f1384047" providerId="LiveId" clId="{7326A5DA-AC13-434D-BBCB-56E6A11702D1}" dt="2026-08-20T04:58:25.099" v="318" actId="20577"/>
          <ac:spMkLst>
            <pc:docMk/>
            <pc:sldMk cId="601357687" sldId="2147478999"/>
            <ac:spMk id="15" creationId="{0DA020AD-66AE-789F-56DD-09F23A2E80E5}"/>
          </ac:spMkLst>
        </pc:spChg>
        <pc:spChg chg="mod">
          <ac:chgData name="Ray Coulstock" userId="32d60e15f1384047" providerId="LiveId" clId="{7326A5DA-AC13-434D-BBCB-56E6A11702D1}" dt="2026-08-20T05:02:32.993" v="683" actId="15"/>
          <ac:spMkLst>
            <pc:docMk/>
            <pc:sldMk cId="601357687" sldId="2147478999"/>
            <ac:spMk id="16" creationId="{355BDD3E-ED4B-7B6A-16ED-349661506351}"/>
          </ac:spMkLst>
        </pc:spChg>
        <pc:spChg chg="mod">
          <ac:chgData name="Ray Coulstock" userId="32d60e15f1384047" providerId="LiveId" clId="{7326A5DA-AC13-434D-BBCB-56E6A11702D1}" dt="2026-08-20T05:03:06.619" v="706" actId="122"/>
          <ac:spMkLst>
            <pc:docMk/>
            <pc:sldMk cId="601357687" sldId="2147478999"/>
            <ac:spMk id="17" creationId="{C4449FFD-119E-FB15-DD4C-BE361CBE968C}"/>
          </ac:spMkLst>
        </pc:spChg>
        <pc:spChg chg="mod">
          <ac:chgData name="Ray Coulstock" userId="32d60e15f1384047" providerId="LiveId" clId="{7326A5DA-AC13-434D-BBCB-56E6A11702D1}" dt="2026-08-20T04:59:00.968" v="377" actId="20577"/>
          <ac:spMkLst>
            <pc:docMk/>
            <pc:sldMk cId="601357687" sldId="2147478999"/>
            <ac:spMk id="21" creationId="{40B41D05-8210-B288-FF1D-928D8D8D7767}"/>
          </ac:spMkLst>
        </pc:spChg>
        <pc:spChg chg="mod">
          <ac:chgData name="Ray Coulstock" userId="32d60e15f1384047" providerId="LiveId" clId="{7326A5DA-AC13-434D-BBCB-56E6A11702D1}" dt="2026-08-20T04:53:10.547" v="100" actId="20577"/>
          <ac:spMkLst>
            <pc:docMk/>
            <pc:sldMk cId="601357687" sldId="2147478999"/>
            <ac:spMk id="23" creationId="{6D27197E-0BDC-446C-90EC-3FEDD4E9583D}"/>
          </ac:spMkLst>
        </pc:spChg>
        <pc:picChg chg="add mod">
          <ac:chgData name="Ray Coulstock" userId="32d60e15f1384047" providerId="LiveId" clId="{7326A5DA-AC13-434D-BBCB-56E6A11702D1}" dt="2026-08-20T05:05:16.399" v="720" actId="1035"/>
          <ac:picMkLst>
            <pc:docMk/>
            <pc:sldMk cId="601357687" sldId="2147478999"/>
            <ac:picMk id="7" creationId="{6196654C-AEC8-FD0D-EABA-3366C5E0E802}"/>
          </ac:picMkLst>
        </pc:picChg>
        <pc:picChg chg="add mod">
          <ac:chgData name="Ray Coulstock" userId="32d60e15f1384047" providerId="LiveId" clId="{7326A5DA-AC13-434D-BBCB-56E6A11702D1}" dt="2026-08-20T05:06:27.494" v="728" actId="1076"/>
          <ac:picMkLst>
            <pc:docMk/>
            <pc:sldMk cId="601357687" sldId="2147478999"/>
            <ac:picMk id="9" creationId="{77C8DFC6-7438-DFE0-8007-B1343FC059FC}"/>
          </ac:picMkLst>
        </pc:picChg>
      </pc:sldChg>
      <pc:sldChg chg="modSp add mod ord">
        <pc:chgData name="Ray Coulstock" userId="32d60e15f1384047" providerId="LiveId" clId="{7326A5DA-AC13-434D-BBCB-56E6A11702D1}" dt="2026-08-20T09:06:20.306" v="1161" actId="948"/>
        <pc:sldMkLst>
          <pc:docMk/>
          <pc:sldMk cId="4232961379" sldId="2147479000"/>
        </pc:sldMkLst>
        <pc:spChg chg="mod">
          <ac:chgData name="Ray Coulstock" userId="32d60e15f1384047" providerId="LiveId" clId="{7326A5DA-AC13-434D-BBCB-56E6A11702D1}" dt="2026-08-20T09:03:05.243" v="1147" actId="20577"/>
          <ac:spMkLst>
            <pc:docMk/>
            <pc:sldMk cId="4232961379" sldId="2147479000"/>
            <ac:spMk id="4" creationId="{4494EF71-4455-83A3-682A-AF84B9FBE289}"/>
          </ac:spMkLst>
        </pc:spChg>
        <pc:spChg chg="mod">
          <ac:chgData name="Ray Coulstock" userId="32d60e15f1384047" providerId="LiveId" clId="{7326A5DA-AC13-434D-BBCB-56E6A11702D1}" dt="2026-08-20T09:06:20.306" v="1161" actId="948"/>
          <ac:spMkLst>
            <pc:docMk/>
            <pc:sldMk cId="4232961379" sldId="2147479000"/>
            <ac:spMk id="5" creationId="{774AA72A-EC28-1C4F-EDEF-00E547CC1A1B}"/>
          </ac:spMkLst>
        </pc:spChg>
      </pc:sldChg>
      <pc:sldChg chg="modSp add mod">
        <pc:chgData name="Ray Coulstock" userId="32d60e15f1384047" providerId="LiveId" clId="{7326A5DA-AC13-434D-BBCB-56E6A11702D1}" dt="2026-08-24T13:32:07.243" v="1724" actId="20577"/>
        <pc:sldMkLst>
          <pc:docMk/>
          <pc:sldMk cId="3766414528" sldId="2147479002"/>
        </pc:sldMkLst>
        <pc:spChg chg="mod">
          <ac:chgData name="Ray Coulstock" userId="32d60e15f1384047" providerId="LiveId" clId="{7326A5DA-AC13-434D-BBCB-56E6A11702D1}" dt="2026-08-24T13:32:07.243" v="1724" actId="20577"/>
          <ac:spMkLst>
            <pc:docMk/>
            <pc:sldMk cId="3766414528" sldId="2147479002"/>
            <ac:spMk id="3" creationId="{715C2A52-F071-01BE-5DE0-099DF2D2CB3F}"/>
          </ac:spMkLst>
        </pc:spChg>
        <pc:spChg chg="mod">
          <ac:chgData name="Ray Coulstock" userId="32d60e15f1384047" providerId="LiveId" clId="{7326A5DA-AC13-434D-BBCB-56E6A11702D1}" dt="2026-08-20T06:22:59.475" v="739" actId="20577"/>
          <ac:spMkLst>
            <pc:docMk/>
            <pc:sldMk cId="3766414528" sldId="2147479002"/>
            <ac:spMk id="4" creationId="{25AA1175-C76C-97AC-02C7-24DD075530B2}"/>
          </ac:spMkLst>
        </pc:spChg>
      </pc:sldChg>
      <pc:sldChg chg="addSp modSp new mod ord">
        <pc:chgData name="Ray Coulstock" userId="32d60e15f1384047" providerId="LiveId" clId="{7326A5DA-AC13-434D-BBCB-56E6A11702D1}" dt="2026-08-24T09:45:56.693" v="1637" actId="20577"/>
        <pc:sldMkLst>
          <pc:docMk/>
          <pc:sldMk cId="432505598" sldId="2147479003"/>
        </pc:sldMkLst>
        <pc:spChg chg="mod">
          <ac:chgData name="Ray Coulstock" userId="32d60e15f1384047" providerId="LiveId" clId="{7326A5DA-AC13-434D-BBCB-56E6A11702D1}" dt="2026-08-20T06:23:59.838" v="818"/>
          <ac:spMkLst>
            <pc:docMk/>
            <pc:sldMk cId="432505598" sldId="2147479003"/>
            <ac:spMk id="2" creationId="{501368EC-A6F7-DF68-2B3E-B9B09E7D6B7B}"/>
          </ac:spMkLst>
        </pc:spChg>
        <pc:spChg chg="mod">
          <ac:chgData name="Ray Coulstock" userId="32d60e15f1384047" providerId="LiveId" clId="{7326A5DA-AC13-434D-BBCB-56E6A11702D1}" dt="2026-08-20T06:24:15.130" v="820" actId="12"/>
          <ac:spMkLst>
            <pc:docMk/>
            <pc:sldMk cId="432505598" sldId="2147479003"/>
            <ac:spMk id="3" creationId="{FF8716E8-32AD-65F5-F8AC-1FD67BAF470A}"/>
          </ac:spMkLst>
        </pc:spChg>
        <pc:spChg chg="add mod">
          <ac:chgData name="Ray Coulstock" userId="32d60e15f1384047" providerId="LiveId" clId="{7326A5DA-AC13-434D-BBCB-56E6A11702D1}" dt="2026-08-24T09:45:40.325" v="1616" actId="1076"/>
          <ac:spMkLst>
            <pc:docMk/>
            <pc:sldMk cId="432505598" sldId="2147479003"/>
            <ac:spMk id="4" creationId="{9C6F2398-B946-A348-97E4-E6E73F19F829}"/>
          </ac:spMkLst>
        </pc:spChg>
        <pc:spChg chg="add mod">
          <ac:chgData name="Ray Coulstock" userId="32d60e15f1384047" providerId="LiveId" clId="{7326A5DA-AC13-434D-BBCB-56E6A11702D1}" dt="2026-08-24T09:45:56.693" v="1637" actId="20577"/>
          <ac:spMkLst>
            <pc:docMk/>
            <pc:sldMk cId="432505598" sldId="2147479003"/>
            <ac:spMk id="6" creationId="{31E5C7CD-F94C-4822-A903-30453A921435}"/>
          </ac:spMkLst>
        </pc:spChg>
      </pc:sldChg>
      <pc:sldChg chg="addSp modSp new mod">
        <pc:chgData name="Ray Coulstock" userId="32d60e15f1384047" providerId="LiveId" clId="{7326A5DA-AC13-434D-BBCB-56E6A11702D1}" dt="2026-08-21T04:54:08.193" v="1281" actId="5793"/>
        <pc:sldMkLst>
          <pc:docMk/>
          <pc:sldMk cId="668245527" sldId="2147479004"/>
        </pc:sldMkLst>
        <pc:spChg chg="mod">
          <ac:chgData name="Ray Coulstock" userId="32d60e15f1384047" providerId="LiveId" clId="{7326A5DA-AC13-434D-BBCB-56E6A11702D1}" dt="2026-08-20T06:29:33.716" v="827"/>
          <ac:spMkLst>
            <pc:docMk/>
            <pc:sldMk cId="668245527" sldId="2147479004"/>
            <ac:spMk id="2" creationId="{09565D21-BD53-04D1-2ED4-6F04A69F0165}"/>
          </ac:spMkLst>
        </pc:spChg>
        <pc:spChg chg="mod">
          <ac:chgData name="Ray Coulstock" userId="32d60e15f1384047" providerId="LiveId" clId="{7326A5DA-AC13-434D-BBCB-56E6A11702D1}" dt="2026-08-21T04:54:08.193" v="1281" actId="5793"/>
          <ac:spMkLst>
            <pc:docMk/>
            <pc:sldMk cId="668245527" sldId="2147479004"/>
            <ac:spMk id="3" creationId="{1B3E25C9-F609-D747-3291-B4FD34CA6062}"/>
          </ac:spMkLst>
        </pc:spChg>
        <pc:spChg chg="add mod">
          <ac:chgData name="Ray Coulstock" userId="32d60e15f1384047" providerId="LiveId" clId="{7326A5DA-AC13-434D-BBCB-56E6A11702D1}" dt="2026-08-20T06:30:15.095" v="833" actId="403"/>
          <ac:spMkLst>
            <pc:docMk/>
            <pc:sldMk cId="668245527" sldId="2147479004"/>
            <ac:spMk id="5" creationId="{BCEEF45B-B023-8E0F-A4D6-370D18299431}"/>
          </ac:spMkLst>
        </pc:spChg>
      </pc:sldChg>
      <pc:sldChg chg="modSp add mod">
        <pc:chgData name="Ray Coulstock" userId="32d60e15f1384047" providerId="LiveId" clId="{7326A5DA-AC13-434D-BBCB-56E6A11702D1}" dt="2026-08-21T05:01:27.057" v="1406" actId="5793"/>
        <pc:sldMkLst>
          <pc:docMk/>
          <pc:sldMk cId="1536939528" sldId="2147479005"/>
        </pc:sldMkLst>
        <pc:spChg chg="mod">
          <ac:chgData name="Ray Coulstock" userId="32d60e15f1384047" providerId="LiveId" clId="{7326A5DA-AC13-434D-BBCB-56E6A11702D1}" dt="2026-08-20T06:30:36.972" v="834"/>
          <ac:spMkLst>
            <pc:docMk/>
            <pc:sldMk cId="1536939528" sldId="2147479005"/>
            <ac:spMk id="2" creationId="{C674A0A7-AB16-7EB5-3243-FE4188B42BD4}"/>
          </ac:spMkLst>
        </pc:spChg>
        <pc:spChg chg="mod">
          <ac:chgData name="Ray Coulstock" userId="32d60e15f1384047" providerId="LiveId" clId="{7326A5DA-AC13-434D-BBCB-56E6A11702D1}" dt="2026-08-21T05:01:27.057" v="1406" actId="5793"/>
          <ac:spMkLst>
            <pc:docMk/>
            <pc:sldMk cId="1536939528" sldId="2147479005"/>
            <ac:spMk id="3" creationId="{821FC2FD-6574-1773-AC92-4E8103E44B2D}"/>
          </ac:spMkLst>
        </pc:spChg>
      </pc:sldChg>
      <pc:sldChg chg="addSp delSp modSp add mod">
        <pc:chgData name="Ray Coulstock" userId="32d60e15f1384047" providerId="LiveId" clId="{7326A5DA-AC13-434D-BBCB-56E6A11702D1}" dt="2026-08-20T06:33:02.998" v="857" actId="14100"/>
        <pc:sldMkLst>
          <pc:docMk/>
          <pc:sldMk cId="3986397047" sldId="2147479006"/>
        </pc:sldMkLst>
        <pc:spChg chg="mod">
          <ac:chgData name="Ray Coulstock" userId="32d60e15f1384047" providerId="LiveId" clId="{7326A5DA-AC13-434D-BBCB-56E6A11702D1}" dt="2026-08-20T06:31:32.562" v="837"/>
          <ac:spMkLst>
            <pc:docMk/>
            <pc:sldMk cId="3986397047" sldId="2147479006"/>
            <ac:spMk id="2" creationId="{FA583B2A-41E0-D025-77A8-DDC0F541709D}"/>
          </ac:spMkLst>
        </pc:spChg>
        <pc:spChg chg="add mod">
          <ac:chgData name="Ray Coulstock" userId="32d60e15f1384047" providerId="LiveId" clId="{7326A5DA-AC13-434D-BBCB-56E6A11702D1}" dt="2026-08-20T06:32:46.578" v="853" actId="403"/>
          <ac:spMkLst>
            <pc:docMk/>
            <pc:sldMk cId="3986397047" sldId="2147479006"/>
            <ac:spMk id="8" creationId="{C4B425F3-8FBF-C442-8604-DE7BDF45114F}"/>
          </ac:spMkLst>
        </pc:spChg>
        <pc:graphicFrameChg chg="add mod modGraphic">
          <ac:chgData name="Ray Coulstock" userId="32d60e15f1384047" providerId="LiveId" clId="{7326A5DA-AC13-434D-BBCB-56E6A11702D1}" dt="2026-08-20T06:33:02.998" v="857" actId="14100"/>
          <ac:graphicFrameMkLst>
            <pc:docMk/>
            <pc:sldMk cId="3986397047" sldId="2147479006"/>
            <ac:graphicFrameMk id="4" creationId="{48A99580-1E56-6F72-A198-FB3DB340B27A}"/>
          </ac:graphicFrameMkLst>
        </pc:graphicFrameChg>
      </pc:sldChg>
      <pc:sldChg chg="addSp delSp modSp add mod">
        <pc:chgData name="Ray Coulstock" userId="32d60e15f1384047" providerId="LiveId" clId="{7326A5DA-AC13-434D-BBCB-56E6A11702D1}" dt="2026-08-24T06:52:41.769" v="1566" actId="1076"/>
        <pc:sldMkLst>
          <pc:docMk/>
          <pc:sldMk cId="2171749666" sldId="2147479007"/>
        </pc:sldMkLst>
        <pc:spChg chg="mod">
          <ac:chgData name="Ray Coulstock" userId="32d60e15f1384047" providerId="LiveId" clId="{7326A5DA-AC13-434D-BBCB-56E6A11702D1}" dt="2026-08-20T06:33:43.321" v="861"/>
          <ac:spMkLst>
            <pc:docMk/>
            <pc:sldMk cId="2171749666" sldId="2147479007"/>
            <ac:spMk id="2" creationId="{5188F5B8-E7C3-3052-BB10-51AD831D13E8}"/>
          </ac:spMkLst>
        </pc:spChg>
        <pc:spChg chg="add mod">
          <ac:chgData name="Ray Coulstock" userId="32d60e15f1384047" providerId="LiveId" clId="{7326A5DA-AC13-434D-BBCB-56E6A11702D1}" dt="2026-08-24T06:52:39.498" v="1565" actId="1076"/>
          <ac:spMkLst>
            <pc:docMk/>
            <pc:sldMk cId="2171749666" sldId="2147479007"/>
            <ac:spMk id="9" creationId="{3C3052C8-3A8A-CFE4-350E-4547CA734850}"/>
          </ac:spMkLst>
        </pc:spChg>
        <pc:spChg chg="add del mod">
          <ac:chgData name="Ray Coulstock" userId="32d60e15f1384047" providerId="LiveId" clId="{7326A5DA-AC13-434D-BBCB-56E6A11702D1}" dt="2026-08-24T06:52:28.564" v="1561" actId="478"/>
          <ac:spMkLst>
            <pc:docMk/>
            <pc:sldMk cId="2171749666" sldId="2147479007"/>
            <ac:spMk id="12" creationId="{78FBAE7A-FBBB-EBF7-AAB9-D3F6E9EC8E34}"/>
          </ac:spMkLst>
        </pc:spChg>
        <pc:spChg chg="add del mod">
          <ac:chgData name="Ray Coulstock" userId="32d60e15f1384047" providerId="LiveId" clId="{7326A5DA-AC13-434D-BBCB-56E6A11702D1}" dt="2026-08-24T06:51:54.461" v="1551"/>
          <ac:spMkLst>
            <pc:docMk/>
            <pc:sldMk cId="2171749666" sldId="2147479007"/>
            <ac:spMk id="13" creationId="{9DEBF51C-0557-A01B-B752-1F2DDF1CEA7D}"/>
          </ac:spMkLst>
        </pc:spChg>
        <pc:picChg chg="add del mod">
          <ac:chgData name="Ray Coulstock" userId="32d60e15f1384047" providerId="LiveId" clId="{7326A5DA-AC13-434D-BBCB-56E6A11702D1}" dt="2026-08-24T06:44:17.029" v="1505" actId="478"/>
          <ac:picMkLst>
            <pc:docMk/>
            <pc:sldMk cId="2171749666" sldId="2147479007"/>
            <ac:picMk id="7" creationId="{8865DDA5-67D4-5425-C884-88688D95CEDA}"/>
          </ac:picMkLst>
        </pc:picChg>
        <pc:picChg chg="add mod">
          <ac:chgData name="Ray Coulstock" userId="32d60e15f1384047" providerId="LiveId" clId="{7326A5DA-AC13-434D-BBCB-56E6A11702D1}" dt="2026-08-24T06:52:10.215" v="1557" actId="1076"/>
          <ac:picMkLst>
            <pc:docMk/>
            <pc:sldMk cId="2171749666" sldId="2147479007"/>
            <ac:picMk id="11" creationId="{0C3A1F2C-6054-B1E8-B20D-1585DE4D612D}"/>
          </ac:picMkLst>
        </pc:picChg>
        <pc:picChg chg="add mod">
          <ac:chgData name="Ray Coulstock" userId="32d60e15f1384047" providerId="LiveId" clId="{7326A5DA-AC13-434D-BBCB-56E6A11702D1}" dt="2026-08-24T06:52:41.769" v="1566" actId="1076"/>
          <ac:picMkLst>
            <pc:docMk/>
            <pc:sldMk cId="2171749666" sldId="2147479007"/>
            <ac:picMk id="15" creationId="{C42E6549-E83F-0FD8-4C6E-2DB8AA6A4C5A}"/>
          </ac:picMkLst>
        </pc:picChg>
      </pc:sldChg>
      <pc:sldChg chg="modSp new mod ord">
        <pc:chgData name="Ray Coulstock" userId="32d60e15f1384047" providerId="LiveId" clId="{7326A5DA-AC13-434D-BBCB-56E6A11702D1}" dt="2026-08-21T05:20:40.752" v="1478" actId="404"/>
        <pc:sldMkLst>
          <pc:docMk/>
          <pc:sldMk cId="1092218318" sldId="2147479008"/>
        </pc:sldMkLst>
        <pc:spChg chg="mod">
          <ac:chgData name="Ray Coulstock" userId="32d60e15f1384047" providerId="LiveId" clId="{7326A5DA-AC13-434D-BBCB-56E6A11702D1}" dt="2026-08-21T05:19:23.038" v="1454" actId="122"/>
          <ac:spMkLst>
            <pc:docMk/>
            <pc:sldMk cId="1092218318" sldId="2147479008"/>
            <ac:spMk id="2" creationId="{8ADCC639-FF9E-7DC1-89E5-2BE332A27C81}"/>
          </ac:spMkLst>
        </pc:spChg>
        <pc:spChg chg="mod">
          <ac:chgData name="Ray Coulstock" userId="32d60e15f1384047" providerId="LiveId" clId="{7326A5DA-AC13-434D-BBCB-56E6A11702D1}" dt="2026-08-21T05:20:40.752" v="1478" actId="404"/>
          <ac:spMkLst>
            <pc:docMk/>
            <pc:sldMk cId="1092218318" sldId="2147479008"/>
            <ac:spMk id="3" creationId="{DC2312DF-1707-3AAC-448D-11D3F7058D73}"/>
          </ac:spMkLst>
        </pc:spChg>
      </pc:sldChg>
      <pc:sldChg chg="addSp delSp modSp add mod">
        <pc:chgData name="Ray Coulstock" userId="32d60e15f1384047" providerId="LiveId" clId="{7326A5DA-AC13-434D-BBCB-56E6A11702D1}" dt="2026-08-21T05:00:10.381" v="1403" actId="403"/>
        <pc:sldMkLst>
          <pc:docMk/>
          <pc:sldMk cId="2490832983" sldId="2147479009"/>
        </pc:sldMkLst>
        <pc:spChg chg="mod">
          <ac:chgData name="Ray Coulstock" userId="32d60e15f1384047" providerId="LiveId" clId="{7326A5DA-AC13-434D-BBCB-56E6A11702D1}" dt="2026-08-20T06:43:15.462" v="891"/>
          <ac:spMkLst>
            <pc:docMk/>
            <pc:sldMk cId="2490832983" sldId="2147479009"/>
            <ac:spMk id="2" creationId="{524D33A5-B2E9-F97B-BC43-78BF2766243B}"/>
          </ac:spMkLst>
        </pc:spChg>
        <pc:spChg chg="add mod">
          <ac:chgData name="Ray Coulstock" userId="32d60e15f1384047" providerId="LiveId" clId="{7326A5DA-AC13-434D-BBCB-56E6A11702D1}" dt="2026-08-21T05:00:10.381" v="1403" actId="403"/>
          <ac:spMkLst>
            <pc:docMk/>
            <pc:sldMk cId="2490832983" sldId="2147479009"/>
            <ac:spMk id="7" creationId="{8C782A31-3262-EAE1-747E-59569E6902CC}"/>
          </ac:spMkLst>
        </pc:spChg>
        <pc:spChg chg="add mod">
          <ac:chgData name="Ray Coulstock" userId="32d60e15f1384047" providerId="LiveId" clId="{7326A5DA-AC13-434D-BBCB-56E6A11702D1}" dt="2026-08-21T04:58:37.722" v="1348" actId="1076"/>
          <ac:spMkLst>
            <pc:docMk/>
            <pc:sldMk cId="2490832983" sldId="2147479009"/>
            <ac:spMk id="9" creationId="{7533269D-C29C-EA16-6654-75895C0B1B3A}"/>
          </ac:spMkLst>
        </pc:spChg>
        <pc:spChg chg="add mod">
          <ac:chgData name="Ray Coulstock" userId="32d60e15f1384047" providerId="LiveId" clId="{7326A5DA-AC13-434D-BBCB-56E6A11702D1}" dt="2026-08-21T04:59:14.105" v="1398" actId="1076"/>
          <ac:spMkLst>
            <pc:docMk/>
            <pc:sldMk cId="2490832983" sldId="2147479009"/>
            <ac:spMk id="11" creationId="{7DC93B26-DDA3-7EF2-9084-1C5864836835}"/>
          </ac:spMkLst>
        </pc:spChg>
        <pc:graphicFrameChg chg="add mod modGraphic">
          <ac:chgData name="Ray Coulstock" userId="32d60e15f1384047" providerId="LiveId" clId="{7326A5DA-AC13-434D-BBCB-56E6A11702D1}" dt="2026-08-21T04:59:54.172" v="1402" actId="12100"/>
          <ac:graphicFrameMkLst>
            <pc:docMk/>
            <pc:sldMk cId="2490832983" sldId="2147479009"/>
            <ac:graphicFrameMk id="8" creationId="{0F089498-7935-1D54-0EFC-E7101E694060}"/>
          </ac:graphicFrameMkLst>
        </pc:graphicFrameChg>
      </pc:sldChg>
      <pc:sldChg chg="addSp delSp modSp add mod">
        <pc:chgData name="Ray Coulstock" userId="32d60e15f1384047" providerId="LiveId" clId="{7326A5DA-AC13-434D-BBCB-56E6A11702D1}" dt="2026-08-24T06:27:44.885" v="1484" actId="1076"/>
        <pc:sldMkLst>
          <pc:docMk/>
          <pc:sldMk cId="34963495" sldId="2147479010"/>
        </pc:sldMkLst>
        <pc:spChg chg="mod">
          <ac:chgData name="Ray Coulstock" userId="32d60e15f1384047" providerId="LiveId" clId="{7326A5DA-AC13-434D-BBCB-56E6A11702D1}" dt="2026-08-20T06:44:31.369" v="899"/>
          <ac:spMkLst>
            <pc:docMk/>
            <pc:sldMk cId="34963495" sldId="2147479010"/>
            <ac:spMk id="2" creationId="{0476EA19-79C0-69D6-EB88-ABCFDC57E625}"/>
          </ac:spMkLst>
        </pc:spChg>
        <pc:spChg chg="add mod">
          <ac:chgData name="Ray Coulstock" userId="32d60e15f1384047" providerId="LiveId" clId="{7326A5DA-AC13-434D-BBCB-56E6A11702D1}" dt="2026-08-20T06:44:51.156" v="905" actId="403"/>
          <ac:spMkLst>
            <pc:docMk/>
            <pc:sldMk cId="34963495" sldId="2147479010"/>
            <ac:spMk id="5" creationId="{1DB18479-1749-3493-CF40-6F76374E0533}"/>
          </ac:spMkLst>
        </pc:spChg>
        <pc:graphicFrameChg chg="add mod modGraphic">
          <ac:chgData name="Ray Coulstock" userId="32d60e15f1384047" providerId="LiveId" clId="{7326A5DA-AC13-434D-BBCB-56E6A11702D1}" dt="2026-08-24T06:27:44.885" v="1484" actId="1076"/>
          <ac:graphicFrameMkLst>
            <pc:docMk/>
            <pc:sldMk cId="34963495" sldId="2147479010"/>
            <ac:graphicFrameMk id="6" creationId="{4C9ABEFE-AE25-9D8B-7972-C1F0D63C91F2}"/>
          </ac:graphicFrameMkLst>
        </pc:graphicFrameChg>
      </pc:sldChg>
      <pc:sldChg chg="modSp add mod">
        <pc:chgData name="Ray Coulstock" userId="32d60e15f1384047" providerId="LiveId" clId="{7326A5DA-AC13-434D-BBCB-56E6A11702D1}" dt="2026-08-24T06:28:37.426" v="1495"/>
        <pc:sldMkLst>
          <pc:docMk/>
          <pc:sldMk cId="267951840" sldId="2147479011"/>
        </pc:sldMkLst>
        <pc:spChg chg="mod">
          <ac:chgData name="Ray Coulstock" userId="32d60e15f1384047" providerId="LiveId" clId="{7326A5DA-AC13-434D-BBCB-56E6A11702D1}" dt="2026-08-21T05:21:08.934" v="1480" actId="122"/>
          <ac:spMkLst>
            <pc:docMk/>
            <pc:sldMk cId="267951840" sldId="2147479011"/>
            <ac:spMk id="2" creationId="{997E8EE0-B1D5-A52E-EECE-27DBC2A00064}"/>
          </ac:spMkLst>
        </pc:spChg>
        <pc:spChg chg="mod">
          <ac:chgData name="Ray Coulstock" userId="32d60e15f1384047" providerId="LiveId" clId="{7326A5DA-AC13-434D-BBCB-56E6A11702D1}" dt="2026-08-24T06:28:37.426" v="1495"/>
          <ac:spMkLst>
            <pc:docMk/>
            <pc:sldMk cId="267951840" sldId="2147479011"/>
            <ac:spMk id="3" creationId="{87536FBC-42D1-FC88-7F75-EA5763341DAD}"/>
          </ac:spMkLst>
        </pc:spChg>
      </pc:sldChg>
      <pc:sldChg chg="modSp add mod">
        <pc:chgData name="Ray Coulstock" userId="32d60e15f1384047" providerId="LiveId" clId="{7326A5DA-AC13-434D-BBCB-56E6A11702D1}" dt="2026-08-20T09:05:54.174" v="1159" actId="948"/>
        <pc:sldMkLst>
          <pc:docMk/>
          <pc:sldMk cId="1456193331" sldId="2147479012"/>
        </pc:sldMkLst>
        <pc:spChg chg="mod">
          <ac:chgData name="Ray Coulstock" userId="32d60e15f1384047" providerId="LiveId" clId="{7326A5DA-AC13-434D-BBCB-56E6A11702D1}" dt="2026-08-20T09:02:59.032" v="1145" actId="20577"/>
          <ac:spMkLst>
            <pc:docMk/>
            <pc:sldMk cId="1456193331" sldId="2147479012"/>
            <ac:spMk id="4" creationId="{9F2F26C8-2C70-995C-2170-A5A43281D58A}"/>
          </ac:spMkLst>
        </pc:spChg>
        <pc:spChg chg="mod">
          <ac:chgData name="Ray Coulstock" userId="32d60e15f1384047" providerId="LiveId" clId="{7326A5DA-AC13-434D-BBCB-56E6A11702D1}" dt="2026-08-20T09:05:54.174" v="1159" actId="948"/>
          <ac:spMkLst>
            <pc:docMk/>
            <pc:sldMk cId="1456193331" sldId="2147479012"/>
            <ac:spMk id="5" creationId="{F94920BA-D5D8-BD28-AEBD-258C7EEB7F1E}"/>
          </ac:spMkLst>
        </pc:spChg>
      </pc:sldChg>
      <pc:sldChg chg="add">
        <pc:chgData name="Ray Coulstock" userId="32d60e15f1384047" providerId="LiveId" clId="{7326A5DA-AC13-434D-BBCB-56E6A11702D1}" dt="2026-08-20T06:48:09.690" v="928"/>
        <pc:sldMkLst>
          <pc:docMk/>
          <pc:sldMk cId="2812339690" sldId="2147479013"/>
        </pc:sldMkLst>
      </pc:sldChg>
      <pc:sldChg chg="addSp delSp modSp add mod">
        <pc:chgData name="Ray Coulstock" userId="32d60e15f1384047" providerId="LiveId" clId="{7326A5DA-AC13-434D-BBCB-56E6A11702D1}" dt="2026-08-21T05:15:46.792" v="1438" actId="404"/>
        <pc:sldMkLst>
          <pc:docMk/>
          <pc:sldMk cId="3522678235" sldId="2147479014"/>
        </pc:sldMkLst>
        <pc:spChg chg="add mod">
          <ac:chgData name="Ray Coulstock" userId="32d60e15f1384047" providerId="LiveId" clId="{7326A5DA-AC13-434D-BBCB-56E6A11702D1}" dt="2026-08-21T05:15:46.792" v="1438" actId="404"/>
          <ac:spMkLst>
            <pc:docMk/>
            <pc:sldMk cId="3522678235" sldId="2147479014"/>
            <ac:spMk id="7" creationId="{2E004669-C2F1-5D94-CD47-784D3F85CF31}"/>
          </ac:spMkLst>
        </pc:spChg>
        <pc:picChg chg="add mod modCrop">
          <ac:chgData name="Ray Coulstock" userId="32d60e15f1384047" providerId="LiveId" clId="{7326A5DA-AC13-434D-BBCB-56E6A11702D1}" dt="2026-08-20T07:03:41.073" v="936" actId="34807"/>
          <ac:picMkLst>
            <pc:docMk/>
            <pc:sldMk cId="3522678235" sldId="2147479014"/>
            <ac:picMk id="6" creationId="{9BE7B881-29AF-FC18-E5C3-7C8E3F402DB7}"/>
          </ac:picMkLst>
        </pc:picChg>
      </pc:sldChg>
      <pc:sldChg chg="addSp delSp modSp new mod">
        <pc:chgData name="Ray Coulstock" userId="32d60e15f1384047" providerId="LiveId" clId="{7326A5DA-AC13-434D-BBCB-56E6A11702D1}" dt="2026-08-20T08:06:44.112" v="993" actId="1076"/>
        <pc:sldMkLst>
          <pc:docMk/>
          <pc:sldMk cId="2650061991" sldId="2147479015"/>
        </pc:sldMkLst>
        <pc:spChg chg="mod">
          <ac:chgData name="Ray Coulstock" userId="32d60e15f1384047" providerId="LiveId" clId="{7326A5DA-AC13-434D-BBCB-56E6A11702D1}" dt="2026-08-20T08:05:41.893" v="982"/>
          <ac:spMkLst>
            <pc:docMk/>
            <pc:sldMk cId="2650061991" sldId="2147479015"/>
            <ac:spMk id="2" creationId="{C3523987-36B1-AB1D-5416-1A32A224975F}"/>
          </ac:spMkLst>
        </pc:spChg>
        <pc:spChg chg="add mod">
          <ac:chgData name="Ray Coulstock" userId="32d60e15f1384047" providerId="LiveId" clId="{7326A5DA-AC13-434D-BBCB-56E6A11702D1}" dt="2026-08-20T08:06:44.112" v="993" actId="1076"/>
          <ac:spMkLst>
            <pc:docMk/>
            <pc:sldMk cId="2650061991" sldId="2147479015"/>
            <ac:spMk id="7" creationId="{13CFFFA6-9417-13D1-AEA2-D4E758E1BDEB}"/>
          </ac:spMkLst>
        </pc:spChg>
        <pc:picChg chg="add mod">
          <ac:chgData name="Ray Coulstock" userId="32d60e15f1384047" providerId="LiveId" clId="{7326A5DA-AC13-434D-BBCB-56E6A11702D1}" dt="2026-08-20T08:06:20.037" v="986" actId="14100"/>
          <ac:picMkLst>
            <pc:docMk/>
            <pc:sldMk cId="2650061991" sldId="2147479015"/>
            <ac:picMk id="5" creationId="{EB944C73-714A-F5B2-D5D8-8EBC4440CF61}"/>
          </ac:picMkLst>
        </pc:picChg>
      </pc:sldChg>
      <pc:sldChg chg="addSp delSp modSp add mod">
        <pc:chgData name="Ray Coulstock" userId="32d60e15f1384047" providerId="LiveId" clId="{7326A5DA-AC13-434D-BBCB-56E6A11702D1}" dt="2026-08-24T06:29:15.496" v="1496" actId="1076"/>
        <pc:sldMkLst>
          <pc:docMk/>
          <pc:sldMk cId="3354096622" sldId="2147479016"/>
        </pc:sldMkLst>
        <pc:spChg chg="mod">
          <ac:chgData name="Ray Coulstock" userId="32d60e15f1384047" providerId="LiveId" clId="{7326A5DA-AC13-434D-BBCB-56E6A11702D1}" dt="2026-08-20T08:07:33.197" v="999" actId="20577"/>
          <ac:spMkLst>
            <pc:docMk/>
            <pc:sldMk cId="3354096622" sldId="2147479016"/>
            <ac:spMk id="2" creationId="{E1D31D50-6B8C-C7CE-0FA5-C2DA2801230F}"/>
          </ac:spMkLst>
        </pc:spChg>
        <pc:spChg chg="add mod">
          <ac:chgData name="Ray Coulstock" userId="32d60e15f1384047" providerId="LiveId" clId="{7326A5DA-AC13-434D-BBCB-56E6A11702D1}" dt="2026-08-20T08:07:53.005" v="1005" actId="403"/>
          <ac:spMkLst>
            <pc:docMk/>
            <pc:sldMk cId="3354096622" sldId="2147479016"/>
            <ac:spMk id="7" creationId="{9AEA5522-166F-0B46-90D4-D1AA18AEF228}"/>
          </ac:spMkLst>
        </pc:spChg>
        <pc:picChg chg="add mod">
          <ac:chgData name="Ray Coulstock" userId="32d60e15f1384047" providerId="LiveId" clId="{7326A5DA-AC13-434D-BBCB-56E6A11702D1}" dt="2026-08-24T06:29:15.496" v="1496" actId="1076"/>
          <ac:picMkLst>
            <pc:docMk/>
            <pc:sldMk cId="3354096622" sldId="2147479016"/>
            <ac:picMk id="5" creationId="{1C487F40-DD9C-B029-8F94-30EE0DC4CE88}"/>
          </ac:picMkLst>
        </pc:picChg>
      </pc:sldChg>
      <pc:sldChg chg="addSp delSp modSp add mod">
        <pc:chgData name="Ray Coulstock" userId="32d60e15f1384047" providerId="LiveId" clId="{7326A5DA-AC13-434D-BBCB-56E6A11702D1}" dt="2026-08-20T08:12:36.744" v="1031" actId="1076"/>
        <pc:sldMkLst>
          <pc:docMk/>
          <pc:sldMk cId="4161734060" sldId="2147479017"/>
        </pc:sldMkLst>
        <pc:spChg chg="mod">
          <ac:chgData name="Ray Coulstock" userId="32d60e15f1384047" providerId="LiveId" clId="{7326A5DA-AC13-434D-BBCB-56E6A11702D1}" dt="2026-08-20T08:11:37.018" v="1022" actId="20577"/>
          <ac:spMkLst>
            <pc:docMk/>
            <pc:sldMk cId="4161734060" sldId="2147479017"/>
            <ac:spMk id="2" creationId="{EB1DDE57-B7C7-A531-58D2-0A8E4DE5BB91}"/>
          </ac:spMkLst>
        </pc:spChg>
        <pc:spChg chg="add mod">
          <ac:chgData name="Ray Coulstock" userId="32d60e15f1384047" providerId="LiveId" clId="{7326A5DA-AC13-434D-BBCB-56E6A11702D1}" dt="2026-08-20T08:12:36.744" v="1031" actId="1076"/>
          <ac:spMkLst>
            <pc:docMk/>
            <pc:sldMk cId="4161734060" sldId="2147479017"/>
            <ac:spMk id="7" creationId="{B79537FF-1BCA-708B-F07B-85F23C85736C}"/>
          </ac:spMkLst>
        </pc:spChg>
        <pc:picChg chg="add mod">
          <ac:chgData name="Ray Coulstock" userId="32d60e15f1384047" providerId="LiveId" clId="{7326A5DA-AC13-434D-BBCB-56E6A11702D1}" dt="2026-08-20T08:12:15.337" v="1026" actId="1076"/>
          <ac:picMkLst>
            <pc:docMk/>
            <pc:sldMk cId="4161734060" sldId="2147479017"/>
            <ac:picMk id="5" creationId="{3877A919-3DF6-E4FF-452D-82A8D086C091}"/>
          </ac:picMkLst>
        </pc:picChg>
      </pc:sldChg>
      <pc:sldChg chg="addSp modSp add mod">
        <pc:chgData name="Ray Coulstock" userId="32d60e15f1384047" providerId="LiveId" clId="{7326A5DA-AC13-434D-BBCB-56E6A11702D1}" dt="2026-08-20T08:13:51.472" v="1043" actId="403"/>
        <pc:sldMkLst>
          <pc:docMk/>
          <pc:sldMk cId="1669989690" sldId="2147479018"/>
        </pc:sldMkLst>
        <pc:spChg chg="mod">
          <ac:chgData name="Ray Coulstock" userId="32d60e15f1384047" providerId="LiveId" clId="{7326A5DA-AC13-434D-BBCB-56E6A11702D1}" dt="2026-08-20T08:13:13.794" v="1034" actId="20577"/>
          <ac:spMkLst>
            <pc:docMk/>
            <pc:sldMk cId="1669989690" sldId="2147479018"/>
            <ac:spMk id="2" creationId="{654C0B86-D814-714A-A4D8-EFDD28A1EEFE}"/>
          </ac:spMkLst>
        </pc:spChg>
        <pc:spChg chg="mod">
          <ac:chgData name="Ray Coulstock" userId="32d60e15f1384047" providerId="LiveId" clId="{7326A5DA-AC13-434D-BBCB-56E6A11702D1}" dt="2026-08-20T08:13:33.846" v="1038" actId="14100"/>
          <ac:spMkLst>
            <pc:docMk/>
            <pc:sldMk cId="1669989690" sldId="2147479018"/>
            <ac:spMk id="3" creationId="{CAA10E67-FED2-2294-C5F2-0703006012C1}"/>
          </ac:spMkLst>
        </pc:spChg>
        <pc:spChg chg="add mod">
          <ac:chgData name="Ray Coulstock" userId="32d60e15f1384047" providerId="LiveId" clId="{7326A5DA-AC13-434D-BBCB-56E6A11702D1}" dt="2026-08-20T08:13:51.472" v="1043" actId="403"/>
          <ac:spMkLst>
            <pc:docMk/>
            <pc:sldMk cId="1669989690" sldId="2147479018"/>
            <ac:spMk id="5" creationId="{5AC73C43-817F-60DE-77E7-AB692C5F51C6}"/>
          </ac:spMkLst>
        </pc:spChg>
      </pc:sldChg>
      <pc:sldChg chg="addSp modSp add mod">
        <pc:chgData name="Ray Coulstock" userId="32d60e15f1384047" providerId="LiveId" clId="{7326A5DA-AC13-434D-BBCB-56E6A11702D1}" dt="2026-08-20T08:17:14.599" v="1075" actId="1076"/>
        <pc:sldMkLst>
          <pc:docMk/>
          <pc:sldMk cId="3766978634" sldId="2147479019"/>
        </pc:sldMkLst>
        <pc:spChg chg="mod">
          <ac:chgData name="Ray Coulstock" userId="32d60e15f1384047" providerId="LiveId" clId="{7326A5DA-AC13-434D-BBCB-56E6A11702D1}" dt="2026-08-20T08:16:07.180" v="1060"/>
          <ac:spMkLst>
            <pc:docMk/>
            <pc:sldMk cId="3766978634" sldId="2147479019"/>
            <ac:spMk id="2" creationId="{CCBE7A50-6D33-58E9-4FEC-17EFC99E82D3}"/>
          </ac:spMkLst>
        </pc:spChg>
        <pc:spChg chg="mod">
          <ac:chgData name="Ray Coulstock" userId="32d60e15f1384047" providerId="LiveId" clId="{7326A5DA-AC13-434D-BBCB-56E6A11702D1}" dt="2026-08-20T08:16:46.119" v="1071" actId="14100"/>
          <ac:spMkLst>
            <pc:docMk/>
            <pc:sldMk cId="3766978634" sldId="2147479019"/>
            <ac:spMk id="3" creationId="{B1C1C707-538B-99DE-9DA3-8F0950CDEF4F}"/>
          </ac:spMkLst>
        </pc:spChg>
        <pc:picChg chg="add mod">
          <ac:chgData name="Ray Coulstock" userId="32d60e15f1384047" providerId="LiveId" clId="{7326A5DA-AC13-434D-BBCB-56E6A11702D1}" dt="2026-08-20T08:17:14.599" v="1075" actId="1076"/>
          <ac:picMkLst>
            <pc:docMk/>
            <pc:sldMk cId="3766978634" sldId="2147479019"/>
            <ac:picMk id="5" creationId="{CAD34FBE-915E-3EA5-207E-393750312705}"/>
          </ac:picMkLst>
        </pc:picChg>
      </pc:sldChg>
      <pc:sldChg chg="modSp add mod">
        <pc:chgData name="Ray Coulstock" userId="32d60e15f1384047" providerId="LiveId" clId="{7326A5DA-AC13-434D-BBCB-56E6A11702D1}" dt="2026-08-20T09:06:45.452" v="1163" actId="948"/>
        <pc:sldMkLst>
          <pc:docMk/>
          <pc:sldMk cId="1180436593" sldId="2147479020"/>
        </pc:sldMkLst>
        <pc:spChg chg="mod">
          <ac:chgData name="Ray Coulstock" userId="32d60e15f1384047" providerId="LiveId" clId="{7326A5DA-AC13-434D-BBCB-56E6A11702D1}" dt="2026-08-20T09:03:13.400" v="1149" actId="20577"/>
          <ac:spMkLst>
            <pc:docMk/>
            <pc:sldMk cId="1180436593" sldId="2147479020"/>
            <ac:spMk id="4" creationId="{B2ED2B8A-D7F4-EBA9-439E-0B8787369220}"/>
          </ac:spMkLst>
        </pc:spChg>
        <pc:spChg chg="mod">
          <ac:chgData name="Ray Coulstock" userId="32d60e15f1384047" providerId="LiveId" clId="{7326A5DA-AC13-434D-BBCB-56E6A11702D1}" dt="2026-08-20T09:06:45.452" v="1163" actId="948"/>
          <ac:spMkLst>
            <pc:docMk/>
            <pc:sldMk cId="1180436593" sldId="2147479020"/>
            <ac:spMk id="5" creationId="{FB7A7DAC-0E32-D0F4-340C-5086FAC40B9E}"/>
          </ac:spMkLst>
        </pc:spChg>
      </pc:sldChg>
      <pc:sldChg chg="modSp add mod">
        <pc:chgData name="Ray Coulstock" userId="32d60e15f1384047" providerId="LiveId" clId="{7326A5DA-AC13-434D-BBCB-56E6A11702D1}" dt="2026-08-20T09:07:09.370" v="1165" actId="948"/>
        <pc:sldMkLst>
          <pc:docMk/>
          <pc:sldMk cId="3118810607" sldId="2147479021"/>
        </pc:sldMkLst>
        <pc:spChg chg="mod">
          <ac:chgData name="Ray Coulstock" userId="32d60e15f1384047" providerId="LiveId" clId="{7326A5DA-AC13-434D-BBCB-56E6A11702D1}" dt="2026-08-20T09:03:19.109" v="1151" actId="20577"/>
          <ac:spMkLst>
            <pc:docMk/>
            <pc:sldMk cId="3118810607" sldId="2147479021"/>
            <ac:spMk id="4" creationId="{D0930751-6E61-C400-CB02-548ECEE079B1}"/>
          </ac:spMkLst>
        </pc:spChg>
        <pc:spChg chg="mod">
          <ac:chgData name="Ray Coulstock" userId="32d60e15f1384047" providerId="LiveId" clId="{7326A5DA-AC13-434D-BBCB-56E6A11702D1}" dt="2026-08-20T09:07:09.370" v="1165" actId="948"/>
          <ac:spMkLst>
            <pc:docMk/>
            <pc:sldMk cId="3118810607" sldId="2147479021"/>
            <ac:spMk id="5" creationId="{74335605-CE30-DFA0-5C34-646660DDC496}"/>
          </ac:spMkLst>
        </pc:spChg>
      </pc:sldChg>
      <pc:sldChg chg="addSp modSp add mod">
        <pc:chgData name="Ray Coulstock" userId="32d60e15f1384047" providerId="LiveId" clId="{7326A5DA-AC13-434D-BBCB-56E6A11702D1}" dt="2026-08-21T05:16:49.866" v="1440" actId="5793"/>
        <pc:sldMkLst>
          <pc:docMk/>
          <pc:sldMk cId="4111114187" sldId="2147479022"/>
        </pc:sldMkLst>
        <pc:spChg chg="mod">
          <ac:chgData name="Ray Coulstock" userId="32d60e15f1384047" providerId="LiveId" clId="{7326A5DA-AC13-434D-BBCB-56E6A11702D1}" dt="2026-08-20T08:19:47.551" v="1086" actId="20577"/>
          <ac:spMkLst>
            <pc:docMk/>
            <pc:sldMk cId="4111114187" sldId="2147479022"/>
            <ac:spMk id="2" creationId="{1EB22647-BE6C-3373-97F3-6DA70F21E151}"/>
          </ac:spMkLst>
        </pc:spChg>
        <pc:spChg chg="mod">
          <ac:chgData name="Ray Coulstock" userId="32d60e15f1384047" providerId="LiveId" clId="{7326A5DA-AC13-434D-BBCB-56E6A11702D1}" dt="2026-08-21T05:16:49.866" v="1440" actId="5793"/>
          <ac:spMkLst>
            <pc:docMk/>
            <pc:sldMk cId="4111114187" sldId="2147479022"/>
            <ac:spMk id="3" creationId="{FD19FFA4-1E2E-EA45-92A2-D389A9291FF0}"/>
          </ac:spMkLst>
        </pc:spChg>
        <pc:spChg chg="add mod">
          <ac:chgData name="Ray Coulstock" userId="32d60e15f1384047" providerId="LiveId" clId="{7326A5DA-AC13-434D-BBCB-56E6A11702D1}" dt="2026-08-20T08:20:49.221" v="1096" actId="403"/>
          <ac:spMkLst>
            <pc:docMk/>
            <pc:sldMk cId="4111114187" sldId="2147479022"/>
            <ac:spMk id="5" creationId="{2AB01DEC-8BD0-DAE5-D019-BBDEDF08EA4A}"/>
          </ac:spMkLst>
        </pc:spChg>
      </pc:sldChg>
      <pc:sldChg chg="addSp delSp modSp add mod">
        <pc:chgData name="Ray Coulstock" userId="32d60e15f1384047" providerId="LiveId" clId="{7326A5DA-AC13-434D-BBCB-56E6A11702D1}" dt="2026-08-20T08:22:20.955" v="1113" actId="14734"/>
        <pc:sldMkLst>
          <pc:docMk/>
          <pc:sldMk cId="2800292052" sldId="2147479023"/>
        </pc:sldMkLst>
        <pc:spChg chg="mod">
          <ac:chgData name="Ray Coulstock" userId="32d60e15f1384047" providerId="LiveId" clId="{7326A5DA-AC13-434D-BBCB-56E6A11702D1}" dt="2026-08-20T08:21:30.253" v="1098"/>
          <ac:spMkLst>
            <pc:docMk/>
            <pc:sldMk cId="2800292052" sldId="2147479023"/>
            <ac:spMk id="2" creationId="{A62CFF1D-423D-0EBF-502D-8A75D2DF9B2E}"/>
          </ac:spMkLst>
        </pc:spChg>
        <pc:spChg chg="add mod">
          <ac:chgData name="Ray Coulstock" userId="32d60e15f1384047" providerId="LiveId" clId="{7326A5DA-AC13-434D-BBCB-56E6A11702D1}" dt="2026-08-20T08:21:52.315" v="1105" actId="403"/>
          <ac:spMkLst>
            <pc:docMk/>
            <pc:sldMk cId="2800292052" sldId="2147479023"/>
            <ac:spMk id="5" creationId="{B3DFEE62-878A-101F-3BE4-1DD8E27ADA5B}"/>
          </ac:spMkLst>
        </pc:spChg>
        <pc:graphicFrameChg chg="add mod modGraphic">
          <ac:chgData name="Ray Coulstock" userId="32d60e15f1384047" providerId="LiveId" clId="{7326A5DA-AC13-434D-BBCB-56E6A11702D1}" dt="2026-08-20T08:22:20.955" v="1113" actId="14734"/>
          <ac:graphicFrameMkLst>
            <pc:docMk/>
            <pc:sldMk cId="2800292052" sldId="2147479023"/>
            <ac:graphicFrameMk id="6" creationId="{BB9EA197-0A1A-DDD8-4126-9EFE5F6ADC19}"/>
          </ac:graphicFrameMkLst>
        </pc:graphicFrameChg>
      </pc:sldChg>
      <pc:sldChg chg="modSp add mod">
        <pc:chgData name="Ray Coulstock" userId="32d60e15f1384047" providerId="LiveId" clId="{7326A5DA-AC13-434D-BBCB-56E6A11702D1}" dt="2026-08-20T09:07:31.241" v="1167" actId="948"/>
        <pc:sldMkLst>
          <pc:docMk/>
          <pc:sldMk cId="2814669036" sldId="2147479025"/>
        </pc:sldMkLst>
        <pc:spChg chg="mod">
          <ac:chgData name="Ray Coulstock" userId="32d60e15f1384047" providerId="LiveId" clId="{7326A5DA-AC13-434D-BBCB-56E6A11702D1}" dt="2026-08-20T09:03:23.998" v="1153" actId="20577"/>
          <ac:spMkLst>
            <pc:docMk/>
            <pc:sldMk cId="2814669036" sldId="2147479025"/>
            <ac:spMk id="4" creationId="{C627E1A7-3C46-C1CC-EFC9-56B0F479FC71}"/>
          </ac:spMkLst>
        </pc:spChg>
        <pc:spChg chg="mod">
          <ac:chgData name="Ray Coulstock" userId="32d60e15f1384047" providerId="LiveId" clId="{7326A5DA-AC13-434D-BBCB-56E6A11702D1}" dt="2026-08-20T09:07:31.241" v="1167" actId="948"/>
          <ac:spMkLst>
            <pc:docMk/>
            <pc:sldMk cId="2814669036" sldId="2147479025"/>
            <ac:spMk id="5" creationId="{8BA93AF1-A2D8-6403-65CC-D44FA8B1CB37}"/>
          </ac:spMkLst>
        </pc:spChg>
      </pc:sldChg>
      <pc:sldChg chg="modSp add mod">
        <pc:chgData name="Ray Coulstock" userId="32d60e15f1384047" providerId="LiveId" clId="{7326A5DA-AC13-434D-BBCB-56E6A11702D1}" dt="2026-08-21T05:15:28.946" v="1434" actId="404"/>
        <pc:sldMkLst>
          <pc:docMk/>
          <pc:sldMk cId="845708016" sldId="2147479026"/>
        </pc:sldMkLst>
        <pc:spChg chg="mod">
          <ac:chgData name="Ray Coulstock" userId="32d60e15f1384047" providerId="LiveId" clId="{7326A5DA-AC13-434D-BBCB-56E6A11702D1}" dt="2026-08-21T05:15:28.946" v="1434" actId="404"/>
          <ac:spMkLst>
            <pc:docMk/>
            <pc:sldMk cId="845708016" sldId="2147479026"/>
            <ac:spMk id="7" creationId="{7D6A8877-636D-D088-FF9E-DA0ED1A4FFD6}"/>
          </ac:spMkLst>
        </pc:spChg>
      </pc:sldChg>
      <pc:sldChg chg="modSp add mod">
        <pc:chgData name="Ray Coulstock" userId="32d60e15f1384047" providerId="LiveId" clId="{7326A5DA-AC13-434D-BBCB-56E6A11702D1}" dt="2026-08-20T09:08:02.091" v="1169" actId="948"/>
        <pc:sldMkLst>
          <pc:docMk/>
          <pc:sldMk cId="4265305418" sldId="2147479027"/>
        </pc:sldMkLst>
        <pc:spChg chg="mod">
          <ac:chgData name="Ray Coulstock" userId="32d60e15f1384047" providerId="LiveId" clId="{7326A5DA-AC13-434D-BBCB-56E6A11702D1}" dt="2026-08-20T09:03:30.430" v="1155" actId="20577"/>
          <ac:spMkLst>
            <pc:docMk/>
            <pc:sldMk cId="4265305418" sldId="2147479027"/>
            <ac:spMk id="4" creationId="{50CB2A43-5101-CFB3-E63A-94BDE80BE5CE}"/>
          </ac:spMkLst>
        </pc:spChg>
        <pc:spChg chg="mod">
          <ac:chgData name="Ray Coulstock" userId="32d60e15f1384047" providerId="LiveId" clId="{7326A5DA-AC13-434D-BBCB-56E6A11702D1}" dt="2026-08-20T09:08:02.091" v="1169" actId="948"/>
          <ac:spMkLst>
            <pc:docMk/>
            <pc:sldMk cId="4265305418" sldId="2147479027"/>
            <ac:spMk id="5" creationId="{F10BA797-C643-AC79-4333-A37B7122380E}"/>
          </ac:spMkLst>
        </pc:spChg>
      </pc:sldChg>
      <pc:sldChg chg="addSp delSp modSp new mod">
        <pc:chgData name="Ray Coulstock" userId="32d60e15f1384047" providerId="LiveId" clId="{7326A5DA-AC13-434D-BBCB-56E6A11702D1}" dt="2026-08-21T04:53:17.857" v="1277" actId="20577"/>
        <pc:sldMkLst>
          <pc:docMk/>
          <pc:sldMk cId="3208840145" sldId="2147479028"/>
        </pc:sldMkLst>
        <pc:spChg chg="mod">
          <ac:chgData name="Ray Coulstock" userId="32d60e15f1384047" providerId="LiveId" clId="{7326A5DA-AC13-434D-BBCB-56E6A11702D1}" dt="2026-08-21T04:53:17.857" v="1277" actId="20577"/>
          <ac:spMkLst>
            <pc:docMk/>
            <pc:sldMk cId="3208840145" sldId="2147479028"/>
            <ac:spMk id="2" creationId="{B4052AC7-36C1-F7D9-8639-0B68079149F1}"/>
          </ac:spMkLst>
        </pc:spChg>
        <pc:spChg chg="add mod">
          <ac:chgData name="Ray Coulstock" userId="32d60e15f1384047" providerId="LiveId" clId="{7326A5DA-AC13-434D-BBCB-56E6A11702D1}" dt="2026-08-21T04:51:44.544" v="1215" actId="1076"/>
          <ac:spMkLst>
            <pc:docMk/>
            <pc:sldMk cId="3208840145" sldId="2147479028"/>
            <ac:spMk id="10" creationId="{D4176DAF-BEB6-A142-C736-3CB4550A1088}"/>
          </ac:spMkLst>
        </pc:spChg>
        <pc:spChg chg="add mod">
          <ac:chgData name="Ray Coulstock" userId="32d60e15f1384047" providerId="LiveId" clId="{7326A5DA-AC13-434D-BBCB-56E6A11702D1}" dt="2026-08-21T04:52:26.059" v="1234" actId="20577"/>
          <ac:spMkLst>
            <pc:docMk/>
            <pc:sldMk cId="3208840145" sldId="2147479028"/>
            <ac:spMk id="14" creationId="{59CEA0B3-13FD-12FF-484D-124F5BE0F623}"/>
          </ac:spMkLst>
        </pc:spChg>
        <pc:spChg chg="add mod">
          <ac:chgData name="Ray Coulstock" userId="32d60e15f1384047" providerId="LiveId" clId="{7326A5DA-AC13-434D-BBCB-56E6A11702D1}" dt="2026-08-21T04:53:08.509" v="1258" actId="14100"/>
          <ac:spMkLst>
            <pc:docMk/>
            <pc:sldMk cId="3208840145" sldId="2147479028"/>
            <ac:spMk id="16" creationId="{E5D61213-70EC-0807-AA2E-93CE4865EAF6}"/>
          </ac:spMkLst>
        </pc:spChg>
        <pc:picChg chg="add mod modCrop">
          <ac:chgData name="Ray Coulstock" userId="32d60e15f1384047" providerId="LiveId" clId="{7326A5DA-AC13-434D-BBCB-56E6A11702D1}" dt="2026-08-21T04:52:39.214" v="1235" actId="1076"/>
          <ac:picMkLst>
            <pc:docMk/>
            <pc:sldMk cId="3208840145" sldId="2147479028"/>
            <ac:picMk id="5" creationId="{55572F8F-97FC-D8AF-C5A1-9E72F84DB4A0}"/>
          </ac:picMkLst>
        </pc:picChg>
        <pc:picChg chg="add mod modCrop">
          <ac:chgData name="Ray Coulstock" userId="32d60e15f1384047" providerId="LiveId" clId="{7326A5DA-AC13-434D-BBCB-56E6A11702D1}" dt="2026-08-21T04:51:57.782" v="1216" actId="1076"/>
          <ac:picMkLst>
            <pc:docMk/>
            <pc:sldMk cId="3208840145" sldId="2147479028"/>
            <ac:picMk id="7" creationId="{87F84EF5-315E-C0B7-FC5E-FDBAB097AA57}"/>
          </ac:picMkLst>
        </pc:picChg>
        <pc:picChg chg="add mod">
          <ac:chgData name="Ray Coulstock" userId="32d60e15f1384047" providerId="LiveId" clId="{7326A5DA-AC13-434D-BBCB-56E6A11702D1}" dt="2026-08-21T04:51:19.212" v="1193" actId="1076"/>
          <ac:picMkLst>
            <pc:docMk/>
            <pc:sldMk cId="3208840145" sldId="2147479028"/>
            <ac:picMk id="9" creationId="{95D4BB9E-7477-BC51-5F38-37240882053C}"/>
          </ac:picMkLst>
        </pc:picChg>
      </pc:sldChg>
      <pc:sldChg chg="addSp delSp modSp new mod">
        <pc:chgData name="Ray Coulstock" userId="32d60e15f1384047" providerId="LiveId" clId="{7326A5DA-AC13-434D-BBCB-56E6A11702D1}" dt="2026-08-24T06:30:10.756" v="1501"/>
        <pc:sldMkLst>
          <pc:docMk/>
          <pc:sldMk cId="3900114282" sldId="2147479029"/>
        </pc:sldMkLst>
        <pc:spChg chg="mod">
          <ac:chgData name="Ray Coulstock" userId="32d60e15f1384047" providerId="LiveId" clId="{7326A5DA-AC13-434D-BBCB-56E6A11702D1}" dt="2026-08-21T05:14:10.055" v="1409" actId="14100"/>
          <ac:spMkLst>
            <pc:docMk/>
            <pc:sldMk cId="3900114282" sldId="2147479029"/>
            <ac:spMk id="2" creationId="{7A39B041-2EA5-6AB0-57D4-C273CF597A0D}"/>
          </ac:spMkLst>
        </pc:spChg>
        <pc:spChg chg="mod">
          <ac:chgData name="Ray Coulstock" userId="32d60e15f1384047" providerId="LiveId" clId="{7326A5DA-AC13-434D-BBCB-56E6A11702D1}" dt="2026-08-24T06:30:10.756" v="1501"/>
          <ac:spMkLst>
            <pc:docMk/>
            <pc:sldMk cId="3900114282" sldId="2147479029"/>
            <ac:spMk id="3" creationId="{DC3B68F4-70D7-642B-13E7-FE12BE0D4F36}"/>
          </ac:spMkLst>
        </pc:spChg>
        <pc:picChg chg="add mod ord">
          <ac:chgData name="Ray Coulstock" userId="32d60e15f1384047" providerId="LiveId" clId="{7326A5DA-AC13-434D-BBCB-56E6A11702D1}" dt="2026-08-21T05:16:17.309" v="1439" actId="931"/>
          <ac:picMkLst>
            <pc:docMk/>
            <pc:sldMk cId="3900114282" sldId="2147479029"/>
            <ac:picMk id="6" creationId="{65BB4282-0787-B3EE-82DC-1E859E2C7965}"/>
          </ac:picMkLst>
        </pc:picChg>
      </pc:sldChg>
      <pc:sldChg chg="modSp new mod">
        <pc:chgData name="Ray Coulstock" userId="32d60e15f1384047" providerId="LiveId" clId="{7326A5DA-AC13-434D-BBCB-56E6A11702D1}" dt="2026-08-24T13:33:46.515" v="1772" actId="20577"/>
        <pc:sldMkLst>
          <pc:docMk/>
          <pc:sldMk cId="1860316476" sldId="2147479030"/>
        </pc:sldMkLst>
        <pc:spChg chg="mod">
          <ac:chgData name="Ray Coulstock" userId="32d60e15f1384047" providerId="LiveId" clId="{7326A5DA-AC13-434D-BBCB-56E6A11702D1}" dt="2026-08-24T13:33:27.363" v="1752" actId="20577"/>
          <ac:spMkLst>
            <pc:docMk/>
            <pc:sldMk cId="1860316476" sldId="2147479030"/>
            <ac:spMk id="2" creationId="{CA50AA4D-61CF-2019-4EA4-D6D6D10B06B6}"/>
          </ac:spMkLst>
        </pc:spChg>
        <pc:spChg chg="mod">
          <ac:chgData name="Ray Coulstock" userId="32d60e15f1384047" providerId="LiveId" clId="{7326A5DA-AC13-434D-BBCB-56E6A11702D1}" dt="2026-08-24T13:33:46.515" v="1772" actId="20577"/>
          <ac:spMkLst>
            <pc:docMk/>
            <pc:sldMk cId="1860316476" sldId="2147479030"/>
            <ac:spMk id="3" creationId="{CF53C1AE-84C8-ADC9-64D8-7CFD93E9CC06}"/>
          </ac:spMkLst>
        </pc:spChg>
      </pc:sldChg>
      <pc:sldMasterChg chg="delSldLayout">
        <pc:chgData name="Ray Coulstock" userId="32d60e15f1384047" providerId="LiveId" clId="{7326A5DA-AC13-434D-BBCB-56E6A11702D1}" dt="2026-08-24T13:42:32.054" v="1773" actId="47"/>
        <pc:sldMasterMkLst>
          <pc:docMk/>
          <pc:sldMasterMk cId="1299749958" sldId="2147483660"/>
        </pc:sldMasterMkLst>
        <pc:sldLayoutChg chg="del">
          <pc:chgData name="Ray Coulstock" userId="32d60e15f1384047" providerId="LiveId" clId="{7326A5DA-AC13-434D-BBCB-56E6A11702D1}" dt="2026-08-24T13:42:32.054" v="1773" actId="47"/>
          <pc:sldLayoutMkLst>
            <pc:docMk/>
            <pc:sldMasterMk cId="1299749958" sldId="2147483660"/>
            <pc:sldLayoutMk cId="1424755041" sldId="2147483668"/>
          </pc:sldLayoutMkLst>
        </pc:sldLayoutChg>
        <pc:sldLayoutChg chg="del">
          <pc:chgData name="Ray Coulstock" userId="32d60e15f1384047" providerId="LiveId" clId="{7326A5DA-AC13-434D-BBCB-56E6A11702D1}" dt="2026-08-24T13:42:32.054" v="1773" actId="47"/>
          <pc:sldLayoutMkLst>
            <pc:docMk/>
            <pc:sldMasterMk cId="1299749958" sldId="2147483660"/>
            <pc:sldLayoutMk cId="4028344031" sldId="2147483670"/>
          </pc:sldLayoutMkLst>
        </pc:sldLayoutChg>
        <pc:sldLayoutChg chg="del">
          <pc:chgData name="Ray Coulstock" userId="32d60e15f1384047" providerId="LiveId" clId="{7326A5DA-AC13-434D-BBCB-56E6A11702D1}" dt="2026-08-24T13:42:32.054" v="1773" actId="47"/>
          <pc:sldLayoutMkLst>
            <pc:docMk/>
            <pc:sldMasterMk cId="1299749958" sldId="2147483660"/>
            <pc:sldLayoutMk cId="1291655459" sldId="214748368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FFC486-C293-45E9-9C3C-69C5AF19DD28}" type="doc">
      <dgm:prSet loTypeId="urn:microsoft.com/office/officeart/2005/8/layout/pyramid1" loCatId="pyramid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80991F27-1E2A-4A01-A832-75C2A901BA6B}">
      <dgm:prSet phldrT="[Text]" phldr="0" custT="1"/>
      <dgm:spPr/>
      <dgm:t>
        <a:bodyPr/>
        <a:lstStyle/>
        <a:p>
          <a:r>
            <a:rPr lang="en-GB" sz="4400" dirty="0"/>
            <a:t>UI</a:t>
          </a:r>
        </a:p>
      </dgm:t>
    </dgm:pt>
    <dgm:pt modelId="{EAD608C2-2C59-4E03-AF79-BBA4E36AB6E4}" type="parTrans" cxnId="{47E75776-DD7B-4CA7-8189-4C5009109E19}">
      <dgm:prSet/>
      <dgm:spPr/>
      <dgm:t>
        <a:bodyPr/>
        <a:lstStyle/>
        <a:p>
          <a:endParaRPr lang="en-GB" sz="1400"/>
        </a:p>
      </dgm:t>
    </dgm:pt>
    <dgm:pt modelId="{418F5F79-6DE0-4B88-B5E4-12BEAD8A14E9}" type="sibTrans" cxnId="{47E75776-DD7B-4CA7-8189-4C5009109E19}">
      <dgm:prSet/>
      <dgm:spPr/>
      <dgm:t>
        <a:bodyPr/>
        <a:lstStyle/>
        <a:p>
          <a:endParaRPr lang="en-GB" sz="1400"/>
        </a:p>
      </dgm:t>
    </dgm:pt>
    <dgm:pt modelId="{DC95D957-E60E-47D4-8129-63C2C1C5A747}">
      <dgm:prSet phldrT="[Text]" phldr="0" custT="1"/>
      <dgm:spPr/>
      <dgm:t>
        <a:bodyPr/>
        <a:lstStyle/>
        <a:p>
          <a:r>
            <a:rPr lang="en-GB" sz="4400" dirty="0"/>
            <a:t>API</a:t>
          </a:r>
        </a:p>
      </dgm:t>
    </dgm:pt>
    <dgm:pt modelId="{8A590493-AA7F-4208-8660-171133D50260}" type="parTrans" cxnId="{06224C32-6CA6-4748-B010-1F5950FA310C}">
      <dgm:prSet/>
      <dgm:spPr/>
      <dgm:t>
        <a:bodyPr/>
        <a:lstStyle/>
        <a:p>
          <a:endParaRPr lang="en-GB" sz="1400"/>
        </a:p>
      </dgm:t>
    </dgm:pt>
    <dgm:pt modelId="{556A309C-3B6E-428A-9275-6A85661B63D3}" type="sibTrans" cxnId="{06224C32-6CA6-4748-B010-1F5950FA310C}">
      <dgm:prSet/>
      <dgm:spPr/>
      <dgm:t>
        <a:bodyPr/>
        <a:lstStyle/>
        <a:p>
          <a:endParaRPr lang="en-GB" sz="1400"/>
        </a:p>
      </dgm:t>
    </dgm:pt>
    <dgm:pt modelId="{FCAA8B1D-387B-4487-9665-F5C0BBA3FD45}">
      <dgm:prSet phldrT="[Text]" phldr="0" custT="1"/>
      <dgm:spPr/>
      <dgm:t>
        <a:bodyPr/>
        <a:lstStyle/>
        <a:p>
          <a:r>
            <a:rPr lang="en-GB" sz="4400" dirty="0"/>
            <a:t>Integration</a:t>
          </a:r>
        </a:p>
      </dgm:t>
    </dgm:pt>
    <dgm:pt modelId="{8E755425-ED93-4809-A84A-999FAA472A15}" type="parTrans" cxnId="{769A8515-4BA1-4B0D-AEE3-1C418A5D9EE0}">
      <dgm:prSet/>
      <dgm:spPr/>
      <dgm:t>
        <a:bodyPr/>
        <a:lstStyle/>
        <a:p>
          <a:endParaRPr lang="en-GB" sz="1400"/>
        </a:p>
      </dgm:t>
    </dgm:pt>
    <dgm:pt modelId="{940D636F-CEC9-41A6-8475-FFB25AA3C99B}" type="sibTrans" cxnId="{769A8515-4BA1-4B0D-AEE3-1C418A5D9EE0}">
      <dgm:prSet/>
      <dgm:spPr/>
      <dgm:t>
        <a:bodyPr/>
        <a:lstStyle/>
        <a:p>
          <a:endParaRPr lang="en-GB" sz="1400"/>
        </a:p>
      </dgm:t>
    </dgm:pt>
    <dgm:pt modelId="{A7C71CFE-13DE-4CC8-AE2F-28F763C3AC04}">
      <dgm:prSet phldrT="[Text]" phldr="0" custT="1"/>
      <dgm:spPr/>
      <dgm:t>
        <a:bodyPr/>
        <a:lstStyle/>
        <a:p>
          <a:r>
            <a:rPr lang="en-GB" sz="4400"/>
            <a:t>Unit Tests</a:t>
          </a:r>
        </a:p>
      </dgm:t>
    </dgm:pt>
    <dgm:pt modelId="{3E0F0899-E29E-42E3-B1B6-790B5571039F}" type="parTrans" cxnId="{9484C785-B56C-4634-83B8-1E9B738868F1}">
      <dgm:prSet/>
      <dgm:spPr/>
      <dgm:t>
        <a:bodyPr/>
        <a:lstStyle/>
        <a:p>
          <a:endParaRPr lang="en-GB" sz="1400"/>
        </a:p>
      </dgm:t>
    </dgm:pt>
    <dgm:pt modelId="{3EE7986A-27E2-4A86-8105-BFE4C674BB56}" type="sibTrans" cxnId="{9484C785-B56C-4634-83B8-1E9B738868F1}">
      <dgm:prSet/>
      <dgm:spPr/>
      <dgm:t>
        <a:bodyPr/>
        <a:lstStyle/>
        <a:p>
          <a:endParaRPr lang="en-GB" sz="1400"/>
        </a:p>
      </dgm:t>
    </dgm:pt>
    <dgm:pt modelId="{F217ACE6-FFE2-4EDA-971E-B0EC755FFD03}" type="pres">
      <dgm:prSet presAssocID="{8DFFC486-C293-45E9-9C3C-69C5AF19DD28}" presName="Name0" presStyleCnt="0">
        <dgm:presLayoutVars>
          <dgm:dir/>
          <dgm:animLvl val="lvl"/>
          <dgm:resizeHandles val="exact"/>
        </dgm:presLayoutVars>
      </dgm:prSet>
      <dgm:spPr/>
    </dgm:pt>
    <dgm:pt modelId="{98C1A837-079C-4E02-AEA6-FF09F22FA4F4}" type="pres">
      <dgm:prSet presAssocID="{80991F27-1E2A-4A01-A832-75C2A901BA6B}" presName="Name8" presStyleCnt="0"/>
      <dgm:spPr/>
    </dgm:pt>
    <dgm:pt modelId="{61CB7109-74FE-41B5-9233-C5C77FBA8764}" type="pres">
      <dgm:prSet presAssocID="{80991F27-1E2A-4A01-A832-75C2A901BA6B}" presName="level" presStyleLbl="node1" presStyleIdx="0" presStyleCnt="4">
        <dgm:presLayoutVars>
          <dgm:chMax val="1"/>
          <dgm:bulletEnabled val="1"/>
        </dgm:presLayoutVars>
      </dgm:prSet>
      <dgm:spPr/>
    </dgm:pt>
    <dgm:pt modelId="{B013BA5D-74D5-49DE-B3BF-196AE6748751}" type="pres">
      <dgm:prSet presAssocID="{80991F27-1E2A-4A01-A832-75C2A901BA6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B34142F-D999-4735-B6A5-AEA4CF0AA535}" type="pres">
      <dgm:prSet presAssocID="{DC95D957-E60E-47D4-8129-63C2C1C5A747}" presName="Name8" presStyleCnt="0"/>
      <dgm:spPr/>
    </dgm:pt>
    <dgm:pt modelId="{1A390B16-FC50-477E-B386-4A6F9CC1FB60}" type="pres">
      <dgm:prSet presAssocID="{DC95D957-E60E-47D4-8129-63C2C1C5A747}" presName="level" presStyleLbl="node1" presStyleIdx="1" presStyleCnt="4">
        <dgm:presLayoutVars>
          <dgm:chMax val="1"/>
          <dgm:bulletEnabled val="1"/>
        </dgm:presLayoutVars>
      </dgm:prSet>
      <dgm:spPr/>
    </dgm:pt>
    <dgm:pt modelId="{D16A7835-AD2B-4697-B9B9-768ECF278928}" type="pres">
      <dgm:prSet presAssocID="{DC95D957-E60E-47D4-8129-63C2C1C5A74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14D3E50-B88E-4FFE-9E47-6AF23CF89BB2}" type="pres">
      <dgm:prSet presAssocID="{FCAA8B1D-387B-4487-9665-F5C0BBA3FD45}" presName="Name8" presStyleCnt="0"/>
      <dgm:spPr/>
    </dgm:pt>
    <dgm:pt modelId="{B2D0E92F-FDCF-4956-BAC4-7C0508FBD133}" type="pres">
      <dgm:prSet presAssocID="{FCAA8B1D-387B-4487-9665-F5C0BBA3FD45}" presName="level" presStyleLbl="node1" presStyleIdx="2" presStyleCnt="4" custLinFactNeighborX="-24" custLinFactNeighborY="440">
        <dgm:presLayoutVars>
          <dgm:chMax val="1"/>
          <dgm:bulletEnabled val="1"/>
        </dgm:presLayoutVars>
      </dgm:prSet>
      <dgm:spPr/>
    </dgm:pt>
    <dgm:pt modelId="{B6C71DE7-6FAB-4733-93A7-B52829347540}" type="pres">
      <dgm:prSet presAssocID="{FCAA8B1D-387B-4487-9665-F5C0BBA3FD4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1B3FD56-ADE0-4F8D-BA16-56C4AFDC5F36}" type="pres">
      <dgm:prSet presAssocID="{A7C71CFE-13DE-4CC8-AE2F-28F763C3AC04}" presName="Name8" presStyleCnt="0"/>
      <dgm:spPr/>
    </dgm:pt>
    <dgm:pt modelId="{49984A01-84D8-4AF1-8CE4-61306DFE66F0}" type="pres">
      <dgm:prSet presAssocID="{A7C71CFE-13DE-4CC8-AE2F-28F763C3AC04}" presName="level" presStyleLbl="node1" presStyleIdx="3" presStyleCnt="4">
        <dgm:presLayoutVars>
          <dgm:chMax val="1"/>
          <dgm:bulletEnabled val="1"/>
        </dgm:presLayoutVars>
      </dgm:prSet>
      <dgm:spPr/>
    </dgm:pt>
    <dgm:pt modelId="{0A195F04-980C-48C9-A497-5591392D6327}" type="pres">
      <dgm:prSet presAssocID="{A7C71CFE-13DE-4CC8-AE2F-28F763C3AC0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769A8515-4BA1-4B0D-AEE3-1C418A5D9EE0}" srcId="{8DFFC486-C293-45E9-9C3C-69C5AF19DD28}" destId="{FCAA8B1D-387B-4487-9665-F5C0BBA3FD45}" srcOrd="2" destOrd="0" parTransId="{8E755425-ED93-4809-A84A-999FAA472A15}" sibTransId="{940D636F-CEC9-41A6-8475-FFB25AA3C99B}"/>
    <dgm:cxn modelId="{D8E17B18-3B32-4B49-B4CC-D975F07826FA}" type="presOf" srcId="{A7C71CFE-13DE-4CC8-AE2F-28F763C3AC04}" destId="{0A195F04-980C-48C9-A497-5591392D6327}" srcOrd="1" destOrd="0" presId="urn:microsoft.com/office/officeart/2005/8/layout/pyramid1"/>
    <dgm:cxn modelId="{A659FA2F-26EF-4C59-B1A1-0EC8B3ADC3C8}" type="presOf" srcId="{80991F27-1E2A-4A01-A832-75C2A901BA6B}" destId="{61CB7109-74FE-41B5-9233-C5C77FBA8764}" srcOrd="0" destOrd="0" presId="urn:microsoft.com/office/officeart/2005/8/layout/pyramid1"/>
    <dgm:cxn modelId="{06224C32-6CA6-4748-B010-1F5950FA310C}" srcId="{8DFFC486-C293-45E9-9C3C-69C5AF19DD28}" destId="{DC95D957-E60E-47D4-8129-63C2C1C5A747}" srcOrd="1" destOrd="0" parTransId="{8A590493-AA7F-4208-8660-171133D50260}" sibTransId="{556A309C-3B6E-428A-9275-6A85661B63D3}"/>
    <dgm:cxn modelId="{73C69337-50A5-48A5-94B5-566BB8853D4A}" type="presOf" srcId="{8DFFC486-C293-45E9-9C3C-69C5AF19DD28}" destId="{F217ACE6-FFE2-4EDA-971E-B0EC755FFD03}" srcOrd="0" destOrd="0" presId="urn:microsoft.com/office/officeart/2005/8/layout/pyramid1"/>
    <dgm:cxn modelId="{B754073B-F194-4166-9EDB-4B7303861CB2}" type="presOf" srcId="{DC95D957-E60E-47D4-8129-63C2C1C5A747}" destId="{D16A7835-AD2B-4697-B9B9-768ECF278928}" srcOrd="1" destOrd="0" presId="urn:microsoft.com/office/officeart/2005/8/layout/pyramid1"/>
    <dgm:cxn modelId="{7C69AB60-F994-4609-9047-AFF620D2206E}" type="presOf" srcId="{DC95D957-E60E-47D4-8129-63C2C1C5A747}" destId="{1A390B16-FC50-477E-B386-4A6F9CC1FB60}" srcOrd="0" destOrd="0" presId="urn:microsoft.com/office/officeart/2005/8/layout/pyramid1"/>
    <dgm:cxn modelId="{47E75776-DD7B-4CA7-8189-4C5009109E19}" srcId="{8DFFC486-C293-45E9-9C3C-69C5AF19DD28}" destId="{80991F27-1E2A-4A01-A832-75C2A901BA6B}" srcOrd="0" destOrd="0" parTransId="{EAD608C2-2C59-4E03-AF79-BBA4E36AB6E4}" sibTransId="{418F5F79-6DE0-4B88-B5E4-12BEAD8A14E9}"/>
    <dgm:cxn modelId="{F8A90E58-EF96-4692-9195-3DFA2506256C}" type="presOf" srcId="{FCAA8B1D-387B-4487-9665-F5C0BBA3FD45}" destId="{B2D0E92F-FDCF-4956-BAC4-7C0508FBD133}" srcOrd="0" destOrd="0" presId="urn:microsoft.com/office/officeart/2005/8/layout/pyramid1"/>
    <dgm:cxn modelId="{9484C785-B56C-4634-83B8-1E9B738868F1}" srcId="{8DFFC486-C293-45E9-9C3C-69C5AF19DD28}" destId="{A7C71CFE-13DE-4CC8-AE2F-28F763C3AC04}" srcOrd="3" destOrd="0" parTransId="{3E0F0899-E29E-42E3-B1B6-790B5571039F}" sibTransId="{3EE7986A-27E2-4A86-8105-BFE4C674BB56}"/>
    <dgm:cxn modelId="{2E3C81C1-561B-4BEC-895E-3413E7342CC3}" type="presOf" srcId="{A7C71CFE-13DE-4CC8-AE2F-28F763C3AC04}" destId="{49984A01-84D8-4AF1-8CE4-61306DFE66F0}" srcOrd="0" destOrd="0" presId="urn:microsoft.com/office/officeart/2005/8/layout/pyramid1"/>
    <dgm:cxn modelId="{CF673FC4-0906-4262-ACD0-88D1AB64B76C}" type="presOf" srcId="{FCAA8B1D-387B-4487-9665-F5C0BBA3FD45}" destId="{B6C71DE7-6FAB-4733-93A7-B52829347540}" srcOrd="1" destOrd="0" presId="urn:microsoft.com/office/officeart/2005/8/layout/pyramid1"/>
    <dgm:cxn modelId="{DF2D6BDB-9A43-49BC-BDC8-F51F28826923}" type="presOf" srcId="{80991F27-1E2A-4A01-A832-75C2A901BA6B}" destId="{B013BA5D-74D5-49DE-B3BF-196AE6748751}" srcOrd="1" destOrd="0" presId="urn:microsoft.com/office/officeart/2005/8/layout/pyramid1"/>
    <dgm:cxn modelId="{776FA915-3B17-41BE-8D88-CB75C6956A5A}" type="presParOf" srcId="{F217ACE6-FFE2-4EDA-971E-B0EC755FFD03}" destId="{98C1A837-079C-4E02-AEA6-FF09F22FA4F4}" srcOrd="0" destOrd="0" presId="urn:microsoft.com/office/officeart/2005/8/layout/pyramid1"/>
    <dgm:cxn modelId="{81F57667-1DBB-4C4B-B769-3095FA8C55EA}" type="presParOf" srcId="{98C1A837-079C-4E02-AEA6-FF09F22FA4F4}" destId="{61CB7109-74FE-41B5-9233-C5C77FBA8764}" srcOrd="0" destOrd="0" presId="urn:microsoft.com/office/officeart/2005/8/layout/pyramid1"/>
    <dgm:cxn modelId="{B3DD8A1D-950E-48C6-8304-ABF17571EAF8}" type="presParOf" srcId="{98C1A837-079C-4E02-AEA6-FF09F22FA4F4}" destId="{B013BA5D-74D5-49DE-B3BF-196AE6748751}" srcOrd="1" destOrd="0" presId="urn:microsoft.com/office/officeart/2005/8/layout/pyramid1"/>
    <dgm:cxn modelId="{61F270FE-C1C3-4884-9EFF-EFE8306291D0}" type="presParOf" srcId="{F217ACE6-FFE2-4EDA-971E-B0EC755FFD03}" destId="{EB34142F-D999-4735-B6A5-AEA4CF0AA535}" srcOrd="1" destOrd="0" presId="urn:microsoft.com/office/officeart/2005/8/layout/pyramid1"/>
    <dgm:cxn modelId="{A1D0F642-9AE2-4FE4-AE15-A85A3F7C7205}" type="presParOf" srcId="{EB34142F-D999-4735-B6A5-AEA4CF0AA535}" destId="{1A390B16-FC50-477E-B386-4A6F9CC1FB60}" srcOrd="0" destOrd="0" presId="urn:microsoft.com/office/officeart/2005/8/layout/pyramid1"/>
    <dgm:cxn modelId="{08FE9C8E-5007-4CB8-BADE-F7D5B6C5DE64}" type="presParOf" srcId="{EB34142F-D999-4735-B6A5-AEA4CF0AA535}" destId="{D16A7835-AD2B-4697-B9B9-768ECF278928}" srcOrd="1" destOrd="0" presId="urn:microsoft.com/office/officeart/2005/8/layout/pyramid1"/>
    <dgm:cxn modelId="{ABFFC675-6B7F-45B8-9CBE-B5A37AFD12D4}" type="presParOf" srcId="{F217ACE6-FFE2-4EDA-971E-B0EC755FFD03}" destId="{A14D3E50-B88E-4FFE-9E47-6AF23CF89BB2}" srcOrd="2" destOrd="0" presId="urn:microsoft.com/office/officeart/2005/8/layout/pyramid1"/>
    <dgm:cxn modelId="{ABC6CD9A-3CF4-4D67-9B39-88D4E84C4888}" type="presParOf" srcId="{A14D3E50-B88E-4FFE-9E47-6AF23CF89BB2}" destId="{B2D0E92F-FDCF-4956-BAC4-7C0508FBD133}" srcOrd="0" destOrd="0" presId="urn:microsoft.com/office/officeart/2005/8/layout/pyramid1"/>
    <dgm:cxn modelId="{DB1BABB4-DC24-4C69-BD90-3A039CC9A6FF}" type="presParOf" srcId="{A14D3E50-B88E-4FFE-9E47-6AF23CF89BB2}" destId="{B6C71DE7-6FAB-4733-93A7-B52829347540}" srcOrd="1" destOrd="0" presId="urn:microsoft.com/office/officeart/2005/8/layout/pyramid1"/>
    <dgm:cxn modelId="{821F55C9-6E6B-4D9F-AB77-AC3DCF822EEF}" type="presParOf" srcId="{F217ACE6-FFE2-4EDA-971E-B0EC755FFD03}" destId="{21B3FD56-ADE0-4F8D-BA16-56C4AFDC5F36}" srcOrd="3" destOrd="0" presId="urn:microsoft.com/office/officeart/2005/8/layout/pyramid1"/>
    <dgm:cxn modelId="{252B37D1-694F-468B-91E5-14745EBC172C}" type="presParOf" srcId="{21B3FD56-ADE0-4F8D-BA16-56C4AFDC5F36}" destId="{49984A01-84D8-4AF1-8CE4-61306DFE66F0}" srcOrd="0" destOrd="0" presId="urn:microsoft.com/office/officeart/2005/8/layout/pyramid1"/>
    <dgm:cxn modelId="{AA55A9B7-7D5C-4AB5-980E-DE3204AD05D2}" type="presParOf" srcId="{21B3FD56-ADE0-4F8D-BA16-56C4AFDC5F36}" destId="{0A195F04-980C-48C9-A497-5591392D6327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CB7109-74FE-41B5-9233-C5C77FBA8764}">
      <dsp:nvSpPr>
        <dsp:cNvPr id="0" name=""/>
        <dsp:cNvSpPr/>
      </dsp:nvSpPr>
      <dsp:spPr>
        <a:xfrm>
          <a:off x="2301703" y="0"/>
          <a:ext cx="1534469" cy="1054214"/>
        </a:xfrm>
        <a:prstGeom prst="trapezoid">
          <a:avLst>
            <a:gd name="adj" fmla="val 7277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UI</a:t>
          </a:r>
        </a:p>
      </dsp:txBody>
      <dsp:txXfrm>
        <a:off x="2301703" y="0"/>
        <a:ext cx="1534469" cy="1054214"/>
      </dsp:txXfrm>
    </dsp:sp>
    <dsp:sp modelId="{1A390B16-FC50-477E-B386-4A6F9CC1FB60}">
      <dsp:nvSpPr>
        <dsp:cNvPr id="0" name=""/>
        <dsp:cNvSpPr/>
      </dsp:nvSpPr>
      <dsp:spPr>
        <a:xfrm>
          <a:off x="1534469" y="1054214"/>
          <a:ext cx="3068938" cy="1054214"/>
        </a:xfrm>
        <a:prstGeom prst="trapezoid">
          <a:avLst>
            <a:gd name="adj" fmla="val 72778"/>
          </a:avLst>
        </a:prstGeom>
        <a:solidFill>
          <a:schemeClr val="accent2">
            <a:hueOff val="474577"/>
            <a:satOff val="0"/>
            <a:lumOff val="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API</a:t>
          </a:r>
        </a:p>
      </dsp:txBody>
      <dsp:txXfrm>
        <a:off x="2071533" y="1054214"/>
        <a:ext cx="1994809" cy="1054214"/>
      </dsp:txXfrm>
    </dsp:sp>
    <dsp:sp modelId="{B2D0E92F-FDCF-4956-BAC4-7C0508FBD133}">
      <dsp:nvSpPr>
        <dsp:cNvPr id="0" name=""/>
        <dsp:cNvSpPr/>
      </dsp:nvSpPr>
      <dsp:spPr>
        <a:xfrm>
          <a:off x="766129" y="2113067"/>
          <a:ext cx="4603407" cy="1054214"/>
        </a:xfrm>
        <a:prstGeom prst="trapezoid">
          <a:avLst>
            <a:gd name="adj" fmla="val 72778"/>
          </a:avLst>
        </a:prstGeom>
        <a:solidFill>
          <a:schemeClr val="accent2">
            <a:hueOff val="949154"/>
            <a:satOff val="0"/>
            <a:lumOff val="15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Integration</a:t>
          </a:r>
        </a:p>
      </dsp:txBody>
      <dsp:txXfrm>
        <a:off x="1571725" y="2113067"/>
        <a:ext cx="2992214" cy="1054214"/>
      </dsp:txXfrm>
    </dsp:sp>
    <dsp:sp modelId="{49984A01-84D8-4AF1-8CE4-61306DFE66F0}">
      <dsp:nvSpPr>
        <dsp:cNvPr id="0" name=""/>
        <dsp:cNvSpPr/>
      </dsp:nvSpPr>
      <dsp:spPr>
        <a:xfrm>
          <a:off x="0" y="3162642"/>
          <a:ext cx="6137876" cy="1054214"/>
        </a:xfrm>
        <a:prstGeom prst="trapezoid">
          <a:avLst>
            <a:gd name="adj" fmla="val 72778"/>
          </a:avLst>
        </a:prstGeom>
        <a:solidFill>
          <a:schemeClr val="accent2">
            <a:hueOff val="1423731"/>
            <a:satOff val="0"/>
            <a:lumOff val="229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/>
            <a:t>Unit Tests</a:t>
          </a:r>
        </a:p>
      </dsp:txBody>
      <dsp:txXfrm>
        <a:off x="1074128" y="3162642"/>
        <a:ext cx="3989619" cy="10542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36A084-A6E7-2FCE-D995-7D9CE0E728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79B94-FE98-1A60-E07A-2A4F2CE9B1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D2678-7774-4C2C-A0FD-F6E876C83E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67ED1-350E-3A77-F678-F95C4359CC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E557F-3DFF-B652-5374-1466734180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E5F90-8B8F-4008-909E-ED0568495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55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23216-62A0-402A-BDE4-6B2FF40FACB5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EC50F-6B78-43A7-AF39-E4BB37AC4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8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EC50F-6B78-43A7-AF39-E4BB37AC4F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94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2657D318-F4E2-7085-40E8-4EF0A6CF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>
            <a:extLst>
              <a:ext uri="{FF2B5EF4-FFF2-40B4-BE49-F238E27FC236}">
                <a16:creationId xmlns:a16="http://schemas.microsoft.com/office/drawing/2014/main" id="{0FF1A835-60B6-5804-17E7-D7C7F9B4E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80" name="Google Shape;280;p11:notes">
            <a:extLst>
              <a:ext uri="{FF2B5EF4-FFF2-40B4-BE49-F238E27FC236}">
                <a16:creationId xmlns:a16="http://schemas.microsoft.com/office/drawing/2014/main" id="{7482B49B-B8D2-533B-CFC2-5620014CB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:notes">
            <a:extLst>
              <a:ext uri="{FF2B5EF4-FFF2-40B4-BE49-F238E27FC236}">
                <a16:creationId xmlns:a16="http://schemas.microsoft.com/office/drawing/2014/main" id="{172D18B3-2E7E-CFD6-296E-F8B51DDA7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B06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B06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3732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DB8171-E80D-FE74-9996-8896B37E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>
            <a:extLst>
              <a:ext uri="{FF2B5EF4-FFF2-40B4-BE49-F238E27FC236}">
                <a16:creationId xmlns:a16="http://schemas.microsoft.com/office/drawing/2014/main" id="{6ED85892-47A1-3969-C962-FD841B380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>
            <a:extLst>
              <a:ext uri="{FF2B5EF4-FFF2-40B4-BE49-F238E27FC236}">
                <a16:creationId xmlns:a16="http://schemas.microsoft.com/office/drawing/2014/main" id="{C703F620-AC16-B766-D55F-3645EB59D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0788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C13BC-EF2F-0596-DE0E-95583CE3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31519-8DD4-634D-65FB-8651F5AC6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5A62C-4099-5532-E99D-860D34B9B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02B54-77F9-B2AF-0B59-83A3AF78D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3A5AD5-5026-4867-83F8-551B1411C7F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571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D77B2-7A69-C12E-59DC-7336A366E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0B7E5-9635-3C81-CB11-D791D6357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D4399-A2EE-457F-508D-7D42319D5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366A-754A-4CAE-76AC-7A0F925EE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665B97-82A9-4A98-9DED-4D0439F566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1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AF157-1C57-5A26-0F07-D7D0AA2B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DC985-B0A2-5F47-EE4E-BD2C57357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8588C-AED1-1169-4B65-3D21B634C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E4597-9F77-F113-C671-FAFCCCAC9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665B97-82A9-4A98-9DED-4D0439F566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219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4941333A-C0F0-24E8-6BC8-5C05F4E8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>
            <a:extLst>
              <a:ext uri="{FF2B5EF4-FFF2-40B4-BE49-F238E27FC236}">
                <a16:creationId xmlns:a16="http://schemas.microsoft.com/office/drawing/2014/main" id="{4BEA052F-EB73-CCCF-E818-A7BDAEBBC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>
            <a:extLst>
              <a:ext uri="{FF2B5EF4-FFF2-40B4-BE49-F238E27FC236}">
                <a16:creationId xmlns:a16="http://schemas.microsoft.com/office/drawing/2014/main" id="{9FFEF8C5-AC00-C2A5-3D57-FBF430344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472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B5FEEDC-E495-3329-18F5-1353DDC2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>
            <a:extLst>
              <a:ext uri="{FF2B5EF4-FFF2-40B4-BE49-F238E27FC236}">
                <a16:creationId xmlns:a16="http://schemas.microsoft.com/office/drawing/2014/main" id="{FF03C860-2FF4-C78E-8FC0-12FCC45A5E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>
            <a:extLst>
              <a:ext uri="{FF2B5EF4-FFF2-40B4-BE49-F238E27FC236}">
                <a16:creationId xmlns:a16="http://schemas.microsoft.com/office/drawing/2014/main" id="{9B36E371-9E53-A72F-8B40-25E9208D5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7315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23AAB22-4F93-BA18-1C86-6962B5C6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>
            <a:extLst>
              <a:ext uri="{FF2B5EF4-FFF2-40B4-BE49-F238E27FC236}">
                <a16:creationId xmlns:a16="http://schemas.microsoft.com/office/drawing/2014/main" id="{854A4FF9-9A60-9B1D-FD84-2D770D9E5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>
            <a:extLst>
              <a:ext uri="{FF2B5EF4-FFF2-40B4-BE49-F238E27FC236}">
                <a16:creationId xmlns:a16="http://schemas.microsoft.com/office/drawing/2014/main" id="{24AD7D13-C5DB-7748-CBF3-4EE1EFB3D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4656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userDrawn="1">
  <p:cSld name="1. Opening Slide - Module Title (Buildings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1600" y="0"/>
            <a:ext cx="57404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090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Tech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13;p37">
            <a:extLst>
              <a:ext uri="{FF2B5EF4-FFF2-40B4-BE49-F238E27FC236}">
                <a16:creationId xmlns:a16="http://schemas.microsoft.com/office/drawing/2014/main" id="{366FD8AD-23C3-A990-F703-D1E9CA6A446C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8603" y="0"/>
            <a:ext cx="6143397" cy="6857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9522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People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65;p40">
            <a:extLst>
              <a:ext uri="{FF2B5EF4-FFF2-40B4-BE49-F238E27FC236}">
                <a16:creationId xmlns:a16="http://schemas.microsoft.com/office/drawing/2014/main" id="{E878EAB5-13BB-4C84-541F-26068B3F3B4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9622" y="0"/>
            <a:ext cx="6142378" cy="68566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7220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2. Contents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9;p63">
            <a:extLst>
              <a:ext uri="{FF2B5EF4-FFF2-40B4-BE49-F238E27FC236}">
                <a16:creationId xmlns:a16="http://schemas.microsoft.com/office/drawing/2014/main" id="{9636DEDE-5496-E5FD-86B7-A43E7E72945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07552" y="368823"/>
            <a:ext cx="7712503" cy="4521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>
                <a:solidFill>
                  <a:schemeClr val="accent5"/>
                </a:solidFill>
                <a:latin typeface="+mj-lt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Contents/Agenda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75A024A-C2DC-A34D-060A-2BE2024BFD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419278"/>
            <a:ext cx="7324725" cy="1255029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spcBef>
                <a:spcPts val="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5"/>
                </a:solidFill>
                <a:latin typeface="+mn-lt"/>
              </a:defRPr>
            </a:lvl1pPr>
            <a:lvl2pPr>
              <a:buNone/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r>
              <a:rPr lang="en-US"/>
              <a:t>Bullets in single text box</a:t>
            </a:r>
          </a:p>
        </p:txBody>
      </p:sp>
    </p:spTree>
    <p:extLst>
      <p:ext uri="{BB962C8B-B14F-4D97-AF65-F5344CB8AC3E}">
        <p14:creationId xmlns:p14="http://schemas.microsoft.com/office/powerpoint/2010/main" val="50829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>
  <p:cSld name="Section Divider Title (buildings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47;p33" descr="A group of buildings with circles&#10;&#10;Description automatically generated with medium confidence">
            <a:extLst>
              <a:ext uri="{FF2B5EF4-FFF2-40B4-BE49-F238E27FC236}">
                <a16:creationId xmlns:a16="http://schemas.microsoft.com/office/drawing/2014/main" id="{7AFDADF8-2899-7BB7-3BCA-2DA6399383A7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3" y="4216"/>
            <a:ext cx="557212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2841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Tech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99;p36">
            <a:extLst>
              <a:ext uri="{FF2B5EF4-FFF2-40B4-BE49-F238E27FC236}">
                <a16:creationId xmlns:a16="http://schemas.microsoft.com/office/drawing/2014/main" id="{197E557C-1E4F-953E-B099-48354C8B340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8" y="0"/>
            <a:ext cx="5572122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740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people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4" y="0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658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userDrawn="1">
  <p:cSld name="All white">
    <p:bg>
      <p:bgPr>
        <a:solidFill>
          <a:schemeClr val="accent5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1"/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17C7E39-5E27-FF5E-7381-F9227F2EF8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0"/>
            <a:ext cx="11249946" cy="4177429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C1C231-09F7-0D90-503F-95590332C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19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userDrawn="1">
  <p:cSld name="All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576C1F4-BB77-302A-9994-3E871B59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33229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7852" y="1265129"/>
            <a:ext cx="11175637" cy="4334005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95EFCA6C-4D6D-86B7-9BDB-52B0EBEC5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3B1EA3-FD3E-D0AA-7FA1-7093511D1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59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Large Graphic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516836-8848-3F23-A31D-7CABB154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6247213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CDDACC2-0047-8E85-21AE-9C4902A1A9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203" y="1292195"/>
            <a:ext cx="11029947" cy="4352925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85AA81DB-A34A-D4AC-FF29-3128F398A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D8B1A9-EB9F-FC0C-99D2-CE9D911CB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820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50 whi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44;p51">
            <a:extLst>
              <a:ext uri="{FF2B5EF4-FFF2-40B4-BE49-F238E27FC236}">
                <a16:creationId xmlns:a16="http://schemas.microsoft.com/office/drawing/2014/main" id="{B1450141-7833-DC84-66FB-844EFF776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06390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AC9BBB3-E8BE-6913-26BA-B8530C695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6201" y="1271392"/>
            <a:ext cx="5065260" cy="454458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9C67F7-F81D-AC3F-AFDF-16626398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D2E48150-13F1-979A-0F38-5DA244213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A6DB64-8F97-58B7-1080-DCC17FECB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D75BB9F-0838-23BF-9EB3-21C3B20985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2" y="1351094"/>
            <a:ext cx="508180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40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50 all text">
    <p:bg>
      <p:bgRef idx="1001">
        <a:schemeClr val="bg1"/>
      </p:bgRef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E7683-451D-FD79-F90A-E121C1846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44;p51">
            <a:extLst>
              <a:ext uri="{FF2B5EF4-FFF2-40B4-BE49-F238E27FC236}">
                <a16:creationId xmlns:a16="http://schemas.microsoft.com/office/drawing/2014/main" id="{A32FCD73-FA02-FD5B-4840-DF0555A8E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323567"/>
            <a:ext cx="4349793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07AB3-DC81-29E8-AB2D-9F7EF716F8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16720" y="1323567"/>
            <a:ext cx="4489493" cy="4487862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F5191D18-6917-34A4-AEDD-5CFA8F94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CE033-5E90-4F6A-221A-F2B64873B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78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navy left">
    <p:bg>
      <p:bgPr>
        <a:solidFill>
          <a:srgbClr val="191A24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90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white left"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992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navy left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180951-6317-01D7-C3DF-29AB20A3E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94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white left">
    <p:bg>
      <p:bgPr>
        <a:solidFill>
          <a:schemeClr val="accent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FABB6DB-40B9-B2E5-42D5-04F594EA4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972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 (Small)_notitle" preserve="1" userDrawn="1">
  <p:cSld name="slim white right">
    <p:bg>
      <p:bgPr>
        <a:solidFill>
          <a:srgbClr val="191A2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4;p51">
            <a:extLst>
              <a:ext uri="{FF2B5EF4-FFF2-40B4-BE49-F238E27FC236}">
                <a16:creationId xmlns:a16="http://schemas.microsoft.com/office/drawing/2014/main" id="{1D4CBCE8-93A0-D490-0759-20C53439C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39EFA-9878-4448-19F8-7CBA49757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59074"/>
            <a:ext cx="8889367" cy="4269091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7603C-C6C8-16CF-4B2E-C279B725AD82}"/>
              </a:ext>
            </a:extLst>
          </p:cNvPr>
          <p:cNvSpPr/>
          <p:nvPr userDrawn="1"/>
        </p:nvSpPr>
        <p:spPr>
          <a:xfrm>
            <a:off x="10002032" y="-2274"/>
            <a:ext cx="21899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610CA262-F9E2-F7A8-14C9-941313AB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36F966-F689-DCAB-F6E2-A2951A56C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616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Slide_Title" userDrawn="1">
  <p:cSld name="navy breaker bottom">
    <p:bg>
      <p:bgPr>
        <a:solidFill>
          <a:schemeClr val="accent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814"/>
          <a:stretch>
            <a:fillRect/>
          </a:stretch>
        </p:blipFill>
        <p:spPr>
          <a:xfrm>
            <a:off x="0" y="2758508"/>
            <a:ext cx="12192000" cy="40994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9120103-F46D-DDFD-C42D-4C141511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9316090" cy="471199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0BA2F41-1775-2919-CD16-FC96054EB9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211" y="1277655"/>
            <a:ext cx="11108734" cy="413721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12C73950-769D-F72F-8D17-C34CFFE69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C60A96-D462-F6C9-0598-AE53132DC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01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73843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40135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552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66708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white">
    <p:bg>
      <p:bgPr>
        <a:solidFill>
          <a:srgbClr val="19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73843" y="1477781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40135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552" y="1479600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buFont typeface="Arial" panose="020B0604020202020204" pitchFamily="34" charset="0"/>
              <a:buNone/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45085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3093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Summary Slide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45">
            <a:extLst>
              <a:ext uri="{FF2B5EF4-FFF2-40B4-BE49-F238E27FC236}">
                <a16:creationId xmlns:a16="http://schemas.microsoft.com/office/drawing/2014/main" id="{83DF1D4F-66B8-9173-BB51-DBAB8E0D8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0653" y="322379"/>
            <a:ext cx="4532491" cy="52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200" y="1589088"/>
            <a:ext cx="6842786" cy="4488929"/>
          </a:xfrm>
          <a:solidFill>
            <a:schemeClr val="bg2"/>
          </a:solidFill>
        </p:spPr>
        <p:txBody>
          <a:bodyPr/>
          <a:lstStyle>
            <a:lvl1pPr marL="5715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tabLst/>
              <a:defRPr sz="20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defRPr sz="18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defRPr sz="16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defRPr sz="14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defRPr sz="12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1AB38591-4890-06AA-89B2-67837DAA2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364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End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485C68-A35C-0953-D5B1-08400B02B0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Thank You Slide</a:t>
            </a:r>
            <a:endParaRPr lang="en-US"/>
          </a:p>
        </p:txBody>
      </p:sp>
      <p:pic>
        <p:nvPicPr>
          <p:cNvPr id="6" name="Google Shape;643;p24">
            <a:extLst>
              <a:ext uri="{FF2B5EF4-FFF2-40B4-BE49-F238E27FC236}">
                <a16:creationId xmlns:a16="http://schemas.microsoft.com/office/drawing/2014/main" id="{A78E0165-26D0-45F0-A105-C6068552D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4781" y="6122338"/>
            <a:ext cx="1602437" cy="2733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89680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Question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D99E9CF9-9EB9-E4D4-FE71-2F4858D2B4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Questions Slide</a:t>
            </a:r>
            <a:endParaRPr lang="en-US"/>
          </a:p>
        </p:txBody>
      </p:sp>
      <p:pic>
        <p:nvPicPr>
          <p:cNvPr id="2" name="Google Shape;15;p43">
            <a:extLst>
              <a:ext uri="{FF2B5EF4-FFF2-40B4-BE49-F238E27FC236}">
                <a16:creationId xmlns:a16="http://schemas.microsoft.com/office/drawing/2014/main" id="{D8CA3ED5-6F0C-461A-86E7-79A6FF20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578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86C03-60A1-7394-584D-12B4F9FA8A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222" y="1253330"/>
            <a:ext cx="11272577" cy="473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5DECC-5944-6AF5-0E9A-D6C8EEAA2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23" y="365125"/>
            <a:ext cx="11267554" cy="720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FE85A-A070-6764-5E7E-02B040D31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34B45-AF8D-4DE1-B6B3-818C9AE12B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787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0232B-D4C6-EEFF-9C7E-30F8740D40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Source text same as footnote; no hanging indent</a:t>
            </a:r>
          </a:p>
          <a:p>
            <a:pPr marL="114300" indent="-114300">
              <a:buFont typeface="+mj-lt"/>
              <a:buAutoNum type="arabicPeriod"/>
            </a:pPr>
            <a:r>
              <a:rPr lang="en-US"/>
              <a:t>Footnotes are Aptos font, 8 pt.</a:t>
            </a:r>
          </a:p>
        </p:txBody>
      </p:sp>
    </p:spTree>
    <p:extLst>
      <p:ext uri="{BB962C8B-B14F-4D97-AF65-F5344CB8AC3E}">
        <p14:creationId xmlns:p14="http://schemas.microsoft.com/office/powerpoint/2010/main" val="31450496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notitle">
  <p:cSld name="Content slide_no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11403105" y="6356350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4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86228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bg>
      <p:bgPr>
        <a:solidFill>
          <a:schemeClr val="dk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1322295" y="2347257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body" idx="1"/>
          </p:nvPr>
        </p:nvSpPr>
        <p:spPr>
          <a:xfrm>
            <a:off x="6096000" y="2"/>
            <a:ext cx="5044440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1600"/>
              <a:buFont typeface="Inter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11343640" y="6348731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922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28" y="6417576"/>
            <a:ext cx="1131347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7195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454211" y="342993"/>
            <a:ext cx="4763965" cy="47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454211" y="1825625"/>
            <a:ext cx="11319435" cy="398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Inter"/>
              <a:buNone/>
              <a:defRPr sz="2800" b="0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112C0-EE73-BB6D-7F69-B1EB82D5CC63}"/>
              </a:ext>
            </a:extLst>
          </p:cNvPr>
          <p:cNvSpPr txBox="1"/>
          <p:nvPr userDrawn="1"/>
        </p:nvSpPr>
        <p:spPr>
          <a:xfrm>
            <a:off x="-830771" y="703039"/>
            <a:ext cx="700513" cy="22230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Place content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below  this 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496218-5BC9-0DE0-4221-B87B0E4252BD}"/>
              </a:ext>
            </a:extLst>
          </p:cNvPr>
          <p:cNvCxnSpPr/>
          <p:nvPr userDrawn="1"/>
        </p:nvCxnSpPr>
        <p:spPr>
          <a:xfrm>
            <a:off x="-544804" y="951591"/>
            <a:ext cx="41454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98CB37-3901-399A-8FF0-A6406BBCB74B}"/>
              </a:ext>
            </a:extLst>
          </p:cNvPr>
          <p:cNvCxnSpPr/>
          <p:nvPr userDrawn="1"/>
        </p:nvCxnSpPr>
        <p:spPr>
          <a:xfrm>
            <a:off x="-544277" y="6110292"/>
            <a:ext cx="414547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8D9F13-B0E9-E7D8-99CF-F21277FD7545}"/>
              </a:ext>
            </a:extLst>
          </p:cNvPr>
          <p:cNvSpPr txBox="1"/>
          <p:nvPr userDrawn="1"/>
        </p:nvSpPr>
        <p:spPr>
          <a:xfrm>
            <a:off x="-1080837" y="5861740"/>
            <a:ext cx="950580" cy="22230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Source and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Footnotes Guideline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F83ED-9A73-5308-A119-19253C7BFE32}"/>
              </a:ext>
            </a:extLst>
          </p:cNvPr>
          <p:cNvSpPr txBox="1"/>
          <p:nvPr userDrawn="1"/>
        </p:nvSpPr>
        <p:spPr>
          <a:xfrm>
            <a:off x="614009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698F47-C220-BEFA-55D7-0B4A38D6FFA6}"/>
              </a:ext>
            </a:extLst>
          </p:cNvPr>
          <p:cNvCxnSpPr>
            <a:cxnSpLocks/>
          </p:cNvCxnSpPr>
          <p:nvPr userDrawn="1"/>
        </p:nvCxnSpPr>
        <p:spPr>
          <a:xfrm>
            <a:off x="454211" y="-372862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89E3C5-8788-04B9-0837-FB383AE03E11}"/>
              </a:ext>
            </a:extLst>
          </p:cNvPr>
          <p:cNvSpPr txBox="1"/>
          <p:nvPr userDrawn="1"/>
        </p:nvSpPr>
        <p:spPr>
          <a:xfrm>
            <a:off x="10837931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BF8424-A413-A5AA-681F-D45668682110}"/>
              </a:ext>
            </a:extLst>
          </p:cNvPr>
          <p:cNvCxnSpPr>
            <a:cxnSpLocks/>
          </p:cNvCxnSpPr>
          <p:nvPr userDrawn="1"/>
        </p:nvCxnSpPr>
        <p:spPr>
          <a:xfrm>
            <a:off x="11773646" y="-359691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7499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718" r:id="rId2"/>
    <p:sldLayoutId id="2147483719" r:id="rId3"/>
    <p:sldLayoutId id="2147483664" r:id="rId4"/>
    <p:sldLayoutId id="2147483662" r:id="rId5"/>
    <p:sldLayoutId id="2147483720" r:id="rId6"/>
    <p:sldLayoutId id="2147483721" r:id="rId7"/>
    <p:sldLayoutId id="2147483665" r:id="rId8"/>
    <p:sldLayoutId id="2147483666" r:id="rId9"/>
    <p:sldLayoutId id="2147483688" r:id="rId10"/>
    <p:sldLayoutId id="2147483709" r:id="rId11"/>
    <p:sldLayoutId id="2147483667" r:id="rId12"/>
    <p:sldLayoutId id="2147483713" r:id="rId13"/>
    <p:sldLayoutId id="2147483689" r:id="rId14"/>
    <p:sldLayoutId id="2147483669" r:id="rId15"/>
    <p:sldLayoutId id="2147483711" r:id="rId16"/>
    <p:sldLayoutId id="2147483712" r:id="rId17"/>
    <p:sldLayoutId id="2147483672" r:id="rId18"/>
    <p:sldLayoutId id="2147483714" r:id="rId19"/>
    <p:sldLayoutId id="2147483715" r:id="rId20"/>
    <p:sldLayoutId id="2147483697" r:id="rId21"/>
    <p:sldLayoutId id="2147483673" r:id="rId22"/>
    <p:sldLayoutId id="2147483687" r:id="rId23"/>
    <p:sldLayoutId id="2147483710" r:id="rId24"/>
    <p:sldLayoutId id="2147483716" r:id="rId25"/>
    <p:sldLayoutId id="2147483717" r:id="rId26"/>
    <p:sldLayoutId id="2147483722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sldNum" idx="12"/>
          </p:nvPr>
        </p:nvSpPr>
        <p:spPr>
          <a:xfrm>
            <a:off x="11343640" y="6348731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914377">
              <a:buClr>
                <a:srgbClr val="000000"/>
              </a:buClr>
              <a:defRPr/>
            </a:pPr>
            <a:fld id="{00000000-1234-1234-1234-123412341234}" type="slidenum">
              <a:rPr lang="en-GB" kern="0"/>
              <a:pPr defTabSz="914377">
                <a:buClr>
                  <a:srgbClr val="000000"/>
                </a:buClr>
                <a:defRPr/>
              </a:pPr>
              <a:t>1</a:t>
            </a:fld>
            <a:endParaRPr kern="0"/>
          </a:p>
        </p:txBody>
      </p:sp>
      <p:grpSp>
        <p:nvGrpSpPr>
          <p:cNvPr id="103" name="Google Shape;103;p1"/>
          <p:cNvGrpSpPr/>
          <p:nvPr/>
        </p:nvGrpSpPr>
        <p:grpSpPr>
          <a:xfrm>
            <a:off x="1322293" y="4300532"/>
            <a:ext cx="2426747" cy="420423"/>
            <a:chOff x="1322294" y="3865281"/>
            <a:chExt cx="2426746" cy="420423"/>
          </a:xfrm>
        </p:grpSpPr>
        <p:pic>
          <p:nvPicPr>
            <p:cNvPr id="104" name="Google Shape;104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22294" y="3865281"/>
              <a:ext cx="2426746" cy="4204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"/>
            <p:cNvSpPr txBox="1"/>
            <p:nvPr/>
          </p:nvSpPr>
          <p:spPr>
            <a:xfrm>
              <a:off x="1322294" y="3906214"/>
              <a:ext cx="2426746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 defTabSz="914377">
                <a:buClr>
                  <a:srgbClr val="000000"/>
                </a:buClr>
                <a:defRPr/>
              </a:pPr>
              <a:r>
                <a:rPr lang="en-GB" sz="1600" b="1" kern="0" dirty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August / September 2026</a:t>
              </a:r>
              <a:endParaRPr sz="1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06" name="Google Shape;10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5597" y="258945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2">
            <a:extLst>
              <a:ext uri="{FF2B5EF4-FFF2-40B4-BE49-F238E27FC236}">
                <a16:creationId xmlns:a16="http://schemas.microsoft.com/office/drawing/2014/main" id="{C19F670E-FFC2-5B3A-71FE-F724D85A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93" y="2137297"/>
            <a:ext cx="5425016" cy="2163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Everway SDET</a:t>
            </a:r>
            <a:endParaRPr lang="en-US" sz="4000" dirty="0"/>
          </a:p>
          <a:p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Program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0BF0-3B60-D0D0-341F-559EBEFEA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/>
              <a:t>Meet your instructor </a:t>
            </a:r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EE822BD-8DA6-1DF9-486B-4EE87F36B4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Ray Coulstock​</a:t>
            </a:r>
          </a:p>
          <a:p>
            <a:r>
              <a:rPr lang="en-US" dirty="0"/>
              <a:t>Senior Technical Trainer</a:t>
            </a:r>
          </a:p>
          <a:p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EFB1ABA-4979-27EA-74ED-CD4D94A68E1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7" r="2627"/>
          <a:stretch>
            <a:fillRect/>
          </a:stretch>
        </p:blipFill>
        <p:spPr>
          <a:prstGeom prst="roundRect">
            <a:avLst>
              <a:gd name="adj" fmla="val 2825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4355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F43E-E3DD-B0BB-586D-51DBAE29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FE6A-61C1-F97C-4A21-6A95FCA2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Session timings 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1F40A-51E1-27CF-453E-9945407679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US" b="1" dirty="0"/>
              <a:t>Start and finish</a:t>
            </a:r>
            <a:r>
              <a:rPr lang="en-US" dirty="0"/>
              <a:t> </a:t>
            </a:r>
          </a:p>
          <a:p>
            <a:r>
              <a:rPr lang="en-US" dirty="0"/>
              <a:t>12:30 – 17:00</a:t>
            </a:r>
          </a:p>
          <a:p>
            <a:pPr marL="228600" indent="0">
              <a:buNone/>
            </a:pPr>
            <a:r>
              <a:rPr lang="en-US" b="1" dirty="0"/>
              <a:t>Breaks </a:t>
            </a:r>
          </a:p>
          <a:p>
            <a:r>
              <a:rPr lang="en-US" dirty="0"/>
              <a:t>14:00 – 14:10</a:t>
            </a:r>
          </a:p>
          <a:p>
            <a:r>
              <a:rPr lang="en-US" dirty="0"/>
              <a:t>15.50 – 16:00 </a:t>
            </a:r>
          </a:p>
          <a:p>
            <a:pPr marL="228600" indent="0">
              <a:buNone/>
            </a:pPr>
            <a:endParaRPr lang="en-US" b="1" dirty="0"/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2FC78-D224-C9AD-1CCD-C3D081E99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7961" y="1521725"/>
            <a:ext cx="3116428" cy="311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4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06041E8-3D55-8ED7-96F5-0AFA1D84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6803" y="102358"/>
            <a:ext cx="7917002" cy="554099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5308550-6CCF-9E33-AC83-46CF100C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Housekeeping</a:t>
            </a: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1CC1B9-43FF-90C7-CF32-4CCACEC7EDD1}"/>
              </a:ext>
            </a:extLst>
          </p:cNvPr>
          <p:cNvSpPr txBox="1"/>
          <p:nvPr/>
        </p:nvSpPr>
        <p:spPr>
          <a:xfrm>
            <a:off x="454211" y="1171883"/>
            <a:ext cx="35991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Feel free to interrupt </a:t>
            </a:r>
          </a:p>
          <a:p>
            <a:r>
              <a:rPr lang="en-US" sz="2400"/>
              <a:t>the trainer at any </a:t>
            </a:r>
          </a:p>
          <a:p>
            <a:r>
              <a:rPr lang="en-US" sz="2400"/>
              <a:t>time - you don’t </a:t>
            </a:r>
          </a:p>
          <a:p>
            <a:r>
              <a:rPr lang="en-US" sz="2400"/>
              <a:t>need to </a:t>
            </a:r>
          </a:p>
          <a:p>
            <a:r>
              <a:rPr lang="en-US" sz="2400"/>
              <a:t>raise your </a:t>
            </a:r>
          </a:p>
          <a:p>
            <a:r>
              <a:rPr lang="en-US" sz="2400"/>
              <a:t>hand!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A72DBE-6F39-F92B-16B1-49903841CEA8}"/>
              </a:ext>
            </a:extLst>
          </p:cNvPr>
          <p:cNvSpPr txBox="1"/>
          <p:nvPr/>
        </p:nvSpPr>
        <p:spPr>
          <a:xfrm>
            <a:off x="454211" y="4073689"/>
            <a:ext cx="3937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Stay muted </a:t>
            </a:r>
          </a:p>
          <a:p>
            <a:r>
              <a:rPr lang="en-US" sz="2400"/>
              <a:t>but be ready </a:t>
            </a:r>
          </a:p>
          <a:p>
            <a:r>
              <a:rPr lang="en-US" sz="2400"/>
              <a:t>to regularly un-</a:t>
            </a:r>
          </a:p>
          <a:p>
            <a:r>
              <a:rPr lang="en-US" sz="2400"/>
              <a:t>mute and join 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24C6A8-E883-52AD-BE74-556E03440008}"/>
              </a:ext>
            </a:extLst>
          </p:cNvPr>
          <p:cNvSpPr txBox="1"/>
          <p:nvPr/>
        </p:nvSpPr>
        <p:spPr>
          <a:xfrm>
            <a:off x="7533566" y="1910546"/>
            <a:ext cx="1897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191A24"/>
                </a:solidFill>
              </a:rPr>
              <a:t>Keep your </a:t>
            </a:r>
          </a:p>
          <a:p>
            <a:r>
              <a:rPr lang="en-US" sz="2400">
                <a:solidFill>
                  <a:srgbClr val="191A24"/>
                </a:solidFill>
              </a:rPr>
              <a:t>camera </a:t>
            </a:r>
            <a:r>
              <a:rPr lang="en-US" sz="2400" b="1">
                <a:solidFill>
                  <a:srgbClr val="191A24"/>
                </a:solidFill>
              </a:rPr>
              <a:t>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FF7EEE-F773-326B-BB75-B6BA48FFEE27}"/>
              </a:ext>
            </a:extLst>
          </p:cNvPr>
          <p:cNvSpPr txBox="1"/>
          <p:nvPr/>
        </p:nvSpPr>
        <p:spPr>
          <a:xfrm>
            <a:off x="7730105" y="4549731"/>
            <a:ext cx="3196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Turn phones to silent, and close your email</a:t>
            </a:r>
          </a:p>
        </p:txBody>
      </p:sp>
    </p:spTree>
    <p:extLst>
      <p:ext uri="{BB962C8B-B14F-4D97-AF65-F5344CB8AC3E}">
        <p14:creationId xmlns:p14="http://schemas.microsoft.com/office/powerpoint/2010/main" val="2496331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3F29BC0E-9521-5B82-C29E-42E7A7DC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6D27197E-0BDC-446C-90EC-3FEDD4E9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  <a:sym typeface="+mn-lt"/>
              </a:rPr>
              <a:t>Shift-Left Program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0B41D05-8210-B288-FF1D-928D8D8D7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7552" y="870681"/>
            <a:ext cx="5893248" cy="27046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What we are going to cover in this program. </a:t>
            </a:r>
          </a:p>
          <a:p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DA020AD-66AE-789F-56DD-09F23A2E8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675" y="1682179"/>
            <a:ext cx="3474546" cy="1570068"/>
          </a:xfrm>
        </p:spPr>
        <p:txBody>
          <a:bodyPr/>
          <a:lstStyle/>
          <a:p>
            <a:r>
              <a:rPr lang="en-GB" sz="1600" b="1" dirty="0">
                <a:ea typeface="+mn-lt"/>
                <a:cs typeface="+mn-lt"/>
                <a:sym typeface="+mn-lt"/>
              </a:rPr>
              <a:t>Phase 1 – Think like an SDET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Shift-left, quality ownership, Testing Pyramid, Playwright foundations.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API testing with Postman, AI-enabled testing, assessment.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55BDD3E-ED4B-7B6A-16ED-34966150635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48967" y="1682178"/>
            <a:ext cx="3383001" cy="3667744"/>
          </a:xfrm>
        </p:spPr>
        <p:txBody>
          <a:bodyPr/>
          <a:lstStyle/>
          <a:p>
            <a:r>
              <a:rPr lang="en-GB" sz="1600" b="1" dirty="0">
                <a:ea typeface="+mn-lt"/>
                <a:cs typeface="+mn-lt"/>
                <a:sym typeface="+mn-lt"/>
              </a:rPr>
              <a:t>Phase 2 – Engineer a quality solution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Playwright suites, AI in practice, Pact, JMeter.</a:t>
            </a:r>
          </a:p>
          <a:p>
            <a:pPr lvl="1"/>
            <a:r>
              <a:rPr lang="en-GB" sz="1400" dirty="0">
                <a:ea typeface="+mn-lt"/>
                <a:cs typeface="+mn-lt"/>
                <a:sym typeface="+mn-lt"/>
              </a:rPr>
              <a:t>Build a broader automated testing strategy rather than simply automate UI tests.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Developer coaching, testability, exploratory testing.</a:t>
            </a:r>
          </a:p>
          <a:p>
            <a:pPr lvl="1"/>
            <a:r>
              <a:rPr lang="en-GB" sz="1400" dirty="0">
                <a:ea typeface="+mn-lt"/>
                <a:cs typeface="+mn-lt"/>
                <a:sym typeface="+mn-lt"/>
              </a:rPr>
              <a:t>Operate as an embedded SDET who improves the team’s engineering practices.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4449FFD-119E-FB15-DD4C-BE361CBE968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6350" indent="0"/>
            <a:r>
              <a:rPr lang="en-US" sz="1600" b="1" dirty="0"/>
              <a:t>Phase 3 - Hackathon</a:t>
            </a:r>
          </a:p>
          <a:p>
            <a:pPr marL="6350" indent="0"/>
            <a:endParaRPr lang="en-US" sz="1600" dirty="0"/>
          </a:p>
          <a:p>
            <a:pPr marL="6350" indent="0" algn="ctr"/>
            <a:r>
              <a:rPr lang="en-US" sz="1600" dirty="0"/>
              <a:t>Coming Soon.</a:t>
            </a:r>
          </a:p>
        </p:txBody>
      </p:sp>
      <p:pic>
        <p:nvPicPr>
          <p:cNvPr id="285" name="Google Shape;285;p11">
            <a:extLst>
              <a:ext uri="{FF2B5EF4-FFF2-40B4-BE49-F238E27FC236}">
                <a16:creationId xmlns:a16="http://schemas.microsoft.com/office/drawing/2014/main" id="{34BA6FC0-D760-7984-86F9-DDB9AE923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164639" y="-620131"/>
            <a:ext cx="119924" cy="1042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78838B98-6B3F-A3C2-D928-0FB2FA12D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3008" y="3469659"/>
            <a:ext cx="2937092" cy="1689211"/>
          </a:xfrm>
          <a:prstGeom prst="roundRect">
            <a:avLst>
              <a:gd name="adj" fmla="val 6053"/>
            </a:avLst>
          </a:prstGeom>
          <a:solidFill>
            <a:srgbClr val="191A2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Inter"/>
              <a:cs typeface="+mn-lt"/>
              <a:sym typeface="+mn-lt"/>
            </a:endParaRPr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D9EE9CEA-F851-DC7A-060E-534031DB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38212" y="3469659"/>
            <a:ext cx="2937092" cy="1689211"/>
          </a:xfrm>
          <a:prstGeom prst="roundRect">
            <a:avLst>
              <a:gd name="adj" fmla="val 6053"/>
            </a:avLst>
          </a:prstGeom>
          <a:solidFill>
            <a:srgbClr val="191A2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Inter"/>
              <a:cs typeface="+mn-lt"/>
              <a:sym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6654C-AEC8-FD0D-EABA-3366C5E0E8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63" y="3580422"/>
            <a:ext cx="2262117" cy="1508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C8DFC6-7438-DFE0-8007-B1343FC059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334" y="3524980"/>
            <a:ext cx="2342734" cy="15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5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CE8AB54-8F26-5FB5-B27E-FFCBA771F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>
            <a:extLst>
              <a:ext uri="{FF2B5EF4-FFF2-40B4-BE49-F238E27FC236}">
                <a16:creationId xmlns:a16="http://schemas.microsoft.com/office/drawing/2014/main" id="{88B912C6-D424-DAEF-6119-3D2CF8ECAD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495" y="2201552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Phase 1 Day 1</a:t>
            </a:r>
            <a:endParaRPr dirty="0"/>
          </a:p>
        </p:txBody>
      </p:sp>
      <p:sp>
        <p:nvSpPr>
          <p:cNvPr id="175" name="Google Shape;175;p4">
            <a:extLst>
              <a:ext uri="{FF2B5EF4-FFF2-40B4-BE49-F238E27FC236}">
                <a16:creationId xmlns:a16="http://schemas.microsoft.com/office/drawing/2014/main" id="{CAE7AEA9-F1D1-81DA-8538-4B1283F14E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7730" y="4761548"/>
            <a:ext cx="46056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2A789E-9D6B-F190-4F98-9D11B7BDC7DF}"/>
              </a:ext>
            </a:extLst>
          </p:cNvPr>
          <p:cNvSpPr txBox="1"/>
          <p:nvPr/>
        </p:nvSpPr>
        <p:spPr>
          <a:xfrm>
            <a:off x="1636579" y="2514144"/>
            <a:ext cx="4921876" cy="2452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2000" b="1" dirty="0">
              <a:solidFill>
                <a:schemeClr val="accent5"/>
              </a:solidFill>
              <a:latin typeface="+mj-lt"/>
              <a:ea typeface="Lato Light" panose="020F0502020204030203" pitchFamily="34" charset="0"/>
              <a:cs typeface="Poppins" pitchFamily="2" charset="77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Shift-Left Thinking: Quality Across the SDLC</a:t>
            </a: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The Testing Pyramid in Practice</a:t>
            </a: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Playwright Foundations (</a:t>
            </a:r>
            <a:r>
              <a:rPr lang="en-US" sz="1600" i="1" dirty="0">
                <a:latin typeface="Calibri" panose="020F0502020204030204"/>
                <a:ea typeface="Calibri" pitchFamily="34" charset="-122"/>
                <a:cs typeface="Calibri" pitchFamily="34" charset="-120"/>
              </a:rPr>
              <a:t>TypeScript, CI/CD integration</a:t>
            </a: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) — pre-requisite for Phase 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60727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368EC-A6F7-DF68-2B3E-B9B09E7D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QA Engineer to SDET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716E8-32AD-65F5-F8AC-1FD67BAF47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GB" b="1" dirty="0"/>
              <a:t>Today's question:</a:t>
            </a:r>
            <a:r>
              <a:rPr lang="en-GB" dirty="0"/>
              <a:t> How do we build confidence into a feature?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6F2398-B946-A348-97E4-E6E73F19F829}"/>
              </a:ext>
            </a:extLst>
          </p:cNvPr>
          <p:cNvSpPr/>
          <p:nvPr/>
        </p:nvSpPr>
        <p:spPr>
          <a:xfrm>
            <a:off x="2288012" y="2866768"/>
            <a:ext cx="1933834" cy="16372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How do we build confidence/test now 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E5C7CD-F94C-4822-A903-30453A921435}"/>
              </a:ext>
            </a:extLst>
          </p:cNvPr>
          <p:cNvSpPr/>
          <p:nvPr/>
        </p:nvSpPr>
        <p:spPr>
          <a:xfrm>
            <a:off x="7022755" y="2866768"/>
            <a:ext cx="1933834" cy="16372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How CAN we build confidence/test in the future ?</a:t>
            </a:r>
          </a:p>
        </p:txBody>
      </p:sp>
    </p:spTree>
    <p:extLst>
      <p:ext uri="{BB962C8B-B14F-4D97-AF65-F5344CB8AC3E}">
        <p14:creationId xmlns:p14="http://schemas.microsoft.com/office/powerpoint/2010/main" val="432505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AC6C4-9EC1-9891-CB3E-AB184654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AA1175-C76C-97AC-02C7-24DD075530B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GB" dirty="0">
                <a:cs typeface="Arial" panose="020B0604020202020204" pitchFamily="34" charset="0"/>
              </a:rPr>
              <a:t>Demo: </a:t>
            </a:r>
            <a:r>
              <a:rPr lang="en-GB" dirty="0" err="1">
                <a:cs typeface="Arial" panose="020B0604020202020204" pitchFamily="34" charset="0"/>
              </a:rPr>
              <a:t>Neueda</a:t>
            </a:r>
            <a:r>
              <a:rPr lang="en-GB" dirty="0">
                <a:cs typeface="Arial" panose="020B0604020202020204" pitchFamily="34" charset="0"/>
              </a:rPr>
              <a:t> VM</a:t>
            </a: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715C2A52-F071-01BE-5DE0-099DF2D2C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4371766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lvl="1" indent="0">
              <a:lnSpc>
                <a:spcPct val="100000"/>
              </a:lnSpc>
              <a:buSzPct val="100000"/>
              <a:buNone/>
            </a:pPr>
            <a:r>
              <a:rPr lang="en-US" sz="2000" dirty="0">
                <a:ea typeface="+mn-lt"/>
                <a:cs typeface="Arial" panose="020B0604020202020204" pitchFamily="34" charset="0"/>
                <a:sym typeface="+mn-lt"/>
              </a:rPr>
              <a:t>Let’s investigate the </a:t>
            </a:r>
            <a:r>
              <a:rPr lang="en-US" sz="2000" dirty="0" err="1">
                <a:ea typeface="+mn-lt"/>
                <a:cs typeface="Arial" panose="020B0604020202020204" pitchFamily="34" charset="0"/>
                <a:sym typeface="+mn-lt"/>
              </a:rPr>
              <a:t>Neueda</a:t>
            </a:r>
            <a:r>
              <a:rPr lang="en-US" sz="2000" dirty="0">
                <a:ea typeface="+mn-lt"/>
                <a:cs typeface="Arial" panose="020B0604020202020204" pitchFamily="34" charset="0"/>
                <a:sym typeface="+mn-lt"/>
              </a:rPr>
              <a:t> VM and the training project we are working with.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r>
              <a:rPr lang="en-US" dirty="0">
                <a:cs typeface="Arial" panose="020B0604020202020204" pitchFamily="34" charset="0"/>
              </a:rPr>
              <a:t>Find the </a:t>
            </a:r>
            <a:r>
              <a:rPr lang="en-US" dirty="0" err="1">
                <a:cs typeface="Arial" panose="020B0604020202020204" pitchFamily="34" charset="0"/>
              </a:rPr>
              <a:t>github</a:t>
            </a:r>
            <a:r>
              <a:rPr lang="en-US" dirty="0">
                <a:cs typeface="Arial" panose="020B0604020202020204" pitchFamily="34" charset="0"/>
              </a:rPr>
              <a:t> repo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r>
              <a:rPr lang="en-US" dirty="0">
                <a:cs typeface="Arial" panose="020B0604020202020204" pitchFamily="34" charset="0"/>
              </a:rPr>
              <a:t>Working with </a:t>
            </a:r>
            <a:r>
              <a:rPr lang="en-US" dirty="0" err="1">
                <a:cs typeface="Arial" panose="020B0604020202020204" pitchFamily="34" charset="0"/>
              </a:rPr>
              <a:t>codespaces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1B9399-C134-9215-2093-6C921DA4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153238"/>
            <a:ext cx="5684250" cy="397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1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2AC7-36C1-F7D9-8639-0B6807914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Training App - </a:t>
            </a:r>
            <a:r>
              <a:rPr lang="en-GB" dirty="0" err="1"/>
              <a:t>NeuroPulse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572F8F-97FC-D8AF-C5A1-9E72F84DB4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31"/>
          <a:stretch>
            <a:fillRect/>
          </a:stretch>
        </p:blipFill>
        <p:spPr>
          <a:xfrm>
            <a:off x="417035" y="1707931"/>
            <a:ext cx="7045318" cy="4015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F84EF5-315E-C0B7-FC5E-FDBAB097AA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21"/>
          <a:stretch>
            <a:fillRect/>
          </a:stretch>
        </p:blipFill>
        <p:spPr>
          <a:xfrm>
            <a:off x="7794011" y="787353"/>
            <a:ext cx="3233266" cy="18411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D4BB9E-7477-BC51-5F38-3724088205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21"/>
          <a:stretch>
            <a:fillRect/>
          </a:stretch>
        </p:blipFill>
        <p:spPr>
          <a:xfrm>
            <a:off x="7794011" y="4095678"/>
            <a:ext cx="3233266" cy="18411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176DAF-BEB6-A142-C736-3CB4550A1088}"/>
              </a:ext>
            </a:extLst>
          </p:cNvPr>
          <p:cNvSpPr txBox="1"/>
          <p:nvPr/>
        </p:nvSpPr>
        <p:spPr>
          <a:xfrm>
            <a:off x="7840362" y="3608173"/>
            <a:ext cx="1767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Device Simulator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CEA0B3-13FD-12FF-484D-124F5BE0F623}"/>
              </a:ext>
            </a:extLst>
          </p:cNvPr>
          <p:cNvSpPr txBox="1"/>
          <p:nvPr/>
        </p:nvSpPr>
        <p:spPr>
          <a:xfrm>
            <a:off x="7794011" y="218865"/>
            <a:ext cx="1630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NeuroPulse</a:t>
            </a:r>
            <a:r>
              <a:rPr lang="en-GB" dirty="0">
                <a:solidFill>
                  <a:schemeClr val="bg1"/>
                </a:solidFill>
              </a:rPr>
              <a:t> API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D61213-70EC-0807-AA2E-93CE4865EAF6}"/>
              </a:ext>
            </a:extLst>
          </p:cNvPr>
          <p:cNvSpPr txBox="1"/>
          <p:nvPr/>
        </p:nvSpPr>
        <p:spPr>
          <a:xfrm flipH="1">
            <a:off x="417035" y="1134124"/>
            <a:ext cx="225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NeuroPulse</a:t>
            </a:r>
            <a:r>
              <a:rPr lang="en-GB" dirty="0">
                <a:solidFill>
                  <a:schemeClr val="bg1"/>
                </a:solidFill>
              </a:rPr>
              <a:t> React UI</a:t>
            </a:r>
          </a:p>
        </p:txBody>
      </p:sp>
    </p:spTree>
    <p:extLst>
      <p:ext uri="{BB962C8B-B14F-4D97-AF65-F5344CB8AC3E}">
        <p14:creationId xmlns:p14="http://schemas.microsoft.com/office/powerpoint/2010/main" val="3208840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65D21-BD53-04D1-2ED4-6F04A69F0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Are We Going?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E25C9-F609-D747-3291-B4FD34CA60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QA Engineer          Did it work?</a:t>
            </a:r>
          </a:p>
          <a:p>
            <a:pPr marL="228600" indent="0">
              <a:buNone/>
            </a:pPr>
            <a:r>
              <a:rPr lang="en-GB" dirty="0"/>
              <a:t>      ↓</a:t>
            </a:r>
          </a:p>
          <a:p>
            <a:r>
              <a:rPr lang="en-GB" dirty="0"/>
              <a:t>Automation Engineer  Can we check it repeatedly?</a:t>
            </a:r>
          </a:p>
          <a:p>
            <a:pPr marL="228600" indent="0">
              <a:buNone/>
            </a:pPr>
            <a:r>
              <a:rPr lang="en-GB" dirty="0"/>
              <a:t>     ↓</a:t>
            </a:r>
          </a:p>
          <a:p>
            <a:r>
              <a:rPr lang="en-GB" dirty="0"/>
              <a:t>SDET                 How should we build confidence?</a:t>
            </a:r>
          </a:p>
          <a:p>
            <a:pPr marL="228600" indent="0">
              <a:buNone/>
            </a:pPr>
            <a:r>
              <a:rPr lang="en-GB" dirty="0"/>
              <a:t>      ↓</a:t>
            </a:r>
          </a:p>
          <a:p>
            <a:r>
              <a:rPr lang="en-GB" dirty="0"/>
              <a:t>Quality Advocate     How can the team prevent the risk?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EF45B-B023-8E0F-A4D6-370D18299431}"/>
              </a:ext>
            </a:extLst>
          </p:cNvPr>
          <p:cNvSpPr txBox="1"/>
          <p:nvPr/>
        </p:nvSpPr>
        <p:spPr>
          <a:xfrm>
            <a:off x="630568" y="5549030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Not:</a:t>
            </a: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 “a tester who writes automation”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68245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8FCB-E2D8-B404-D83F-54093F83B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A0A7-AB16-7EB5-3243-FE4188B4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Today's Outcomes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FC2FD-6574-1773-AC92-4E8103E44B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GB" dirty="0"/>
              <a:t>By the end, you can:</a:t>
            </a:r>
          </a:p>
          <a:p>
            <a:pPr lvl="1"/>
            <a:r>
              <a:rPr lang="en-GB" dirty="0"/>
              <a:t>identify quality interventions across the SDLC;</a:t>
            </a:r>
          </a:p>
          <a:p>
            <a:pPr lvl="1"/>
            <a:r>
              <a:rPr lang="en-GB" dirty="0"/>
              <a:t>choose an appropriate test level;</a:t>
            </a:r>
          </a:p>
          <a:p>
            <a:pPr lvl="1"/>
            <a:r>
              <a:rPr lang="en-GB" dirty="0"/>
              <a:t>write a small Playwright test with an intent-focused locator;</a:t>
            </a:r>
          </a:p>
          <a:p>
            <a:pPr lvl="1"/>
            <a:r>
              <a:rPr lang="en-GB" dirty="0"/>
              <a:t>explain auto-waiting and test independence;</a:t>
            </a:r>
          </a:p>
          <a:p>
            <a:pPr lvl="1"/>
            <a:r>
              <a:rPr lang="en-GB" dirty="0"/>
              <a:t>use failure evidence to begin a diagnosis.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6939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8D452-7A2C-6D1B-BF31-0A4F84DAE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3B2A-41E0-D025-77A8-DDC0F541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Role Is Changing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A99580-1E56-6F72-A198-FB3DB340B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452368"/>
              </p:ext>
            </p:extLst>
          </p:nvPr>
        </p:nvGraphicFramePr>
        <p:xfrm>
          <a:off x="1497406" y="1942224"/>
          <a:ext cx="8585542" cy="2243150"/>
        </p:xfrm>
        <a:graphic>
          <a:graphicData uri="http://schemas.openxmlformats.org/drawingml/2006/table">
            <a:tbl>
              <a:tblPr/>
              <a:tblGrid>
                <a:gridCol w="4292771">
                  <a:extLst>
                    <a:ext uri="{9D8B030D-6E8A-4147-A177-3AD203B41FA5}">
                      <a16:colId xmlns:a16="http://schemas.microsoft.com/office/drawing/2014/main" val="1503728934"/>
                    </a:ext>
                  </a:extLst>
                </a:gridCol>
                <a:gridCol w="4292771">
                  <a:extLst>
                    <a:ext uri="{9D8B030D-6E8A-4147-A177-3AD203B41FA5}">
                      <a16:colId xmlns:a16="http://schemas.microsoft.com/office/drawing/2014/main" val="4175945651"/>
                    </a:ext>
                  </a:extLst>
                </a:gridCol>
              </a:tblGrid>
              <a:tr h="44863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 b="1" dirty="0">
                          <a:solidFill>
                            <a:schemeClr val="bg1"/>
                          </a:solidFill>
                          <a:effectLst/>
                        </a:rPr>
                        <a:t>Detection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 b="1" dirty="0">
                          <a:solidFill>
                            <a:schemeClr val="bg1"/>
                          </a:solidFill>
                          <a:effectLst/>
                        </a:rPr>
                        <a:t>Prevention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25406"/>
                  </a:ext>
                </a:extLst>
              </a:tr>
              <a:tr h="44863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effectLst/>
                        </a:rPr>
                        <a:t>Test after implementation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effectLst/>
                        </a:rPr>
                        <a:t>Shape acceptance examples early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15216"/>
                  </a:ext>
                </a:extLst>
              </a:tr>
              <a:tr h="44863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effectLst/>
                        </a:rPr>
                        <a:t>Report a defect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effectLst/>
                        </a:rPr>
                        <a:t>Expose an ambiguous rule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426874"/>
                  </a:ext>
                </a:extLst>
              </a:tr>
              <a:tr h="44863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effectLst/>
                        </a:rPr>
                        <a:t>Add another UI check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effectLst/>
                        </a:rPr>
                        <a:t>Choose the cheapest useful signal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059659"/>
                  </a:ext>
                </a:extLst>
              </a:tr>
              <a:tr h="44863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effectLst/>
                        </a:rPr>
                        <a:t>Own “the testing”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effectLst/>
                        </a:rPr>
                        <a:t>Grow team quality capability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9069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B425F3-8FBF-C442-8604-DE7BDF45114F}"/>
              </a:ext>
            </a:extLst>
          </p:cNvPr>
          <p:cNvSpPr txBox="1"/>
          <p:nvPr/>
        </p:nvSpPr>
        <p:spPr>
          <a:xfrm>
            <a:off x="845360" y="5031849"/>
            <a:ext cx="6637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i="0" dirty="0">
                <a:solidFill>
                  <a:srgbClr val="1F2328"/>
                </a:solidFill>
                <a:effectLst/>
                <a:latin typeface="Mona Sans VF"/>
              </a:rPr>
              <a:t>Shift-left means earlier feedback—not moving every test earlier.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86397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7265-7BA2-FF6C-2EBF-A4520ADE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3419D4-B04A-F2EB-98BF-F371B650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Shift-Left Thinking: </a:t>
            </a:r>
            <a:r>
              <a:rPr lang="en-GB" b="0" dirty="0"/>
              <a:t>Quality Across the SDLC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3174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B2E1B-3F20-124E-95E3-473AECA61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F5B8-E7C3-3052-BB10-51AD831D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Quality Across the SDLC</a:t>
            </a:r>
            <a:br>
              <a:rPr lang="en-GB" dirty="0"/>
            </a:b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3052C8-3A8A-CFE4-350E-4547CA734850}"/>
              </a:ext>
            </a:extLst>
          </p:cNvPr>
          <p:cNvSpPr txBox="1"/>
          <p:nvPr/>
        </p:nvSpPr>
        <p:spPr>
          <a:xfrm>
            <a:off x="755889" y="3793092"/>
            <a:ext cx="6637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Where could quality questions go?</a:t>
            </a:r>
          </a:p>
          <a:p>
            <a:endParaRPr lang="en-GB" b="0" i="0" dirty="0">
              <a:solidFill>
                <a:srgbClr val="1F2328"/>
              </a:solidFill>
              <a:effectLst/>
              <a:latin typeface="Mona Sans VF"/>
            </a:endParaRPr>
          </a:p>
          <a:p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Where could an SDET change the outcome—not just inspect it?</a:t>
            </a:r>
            <a:endParaRPr lang="en-GB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3A1F2C-6054-B1E8-B20D-1585DE4D6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959" y="3330236"/>
            <a:ext cx="4185321" cy="21005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2E6549-E83F-0FD8-4C6E-2DB8AA6A4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89" y="1359430"/>
            <a:ext cx="9455636" cy="142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749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FD38-E460-0C4B-3E68-5FEADA24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2F26C8-2C70-995C-2170-A5A43281D58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GB" dirty="0"/>
              <a:t>Activity 1 — Quality Across the SDLC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920BA-D5D8-BD28-AEBD-258C7EEB7F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Identify where an SDET can prevent, detect, and diagnose risk.</a:t>
            </a:r>
          </a:p>
          <a:p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Trace a proposed change to </a:t>
            </a:r>
            <a:r>
              <a:rPr lang="en-GB" sz="1800" b="1" dirty="0"/>
              <a:t>Start Recording</a:t>
            </a:r>
            <a:r>
              <a:rPr lang="en-GB" sz="1800" dirty="0"/>
              <a:t> from idea through production.</a:t>
            </a:r>
          </a:p>
          <a:p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20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75F0F1-3585-267C-69CF-B7EC63329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93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C639-FF9E-7DC1-89E5-2BE332A27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11249945" cy="458672"/>
          </a:xfrm>
        </p:spPr>
        <p:txBody>
          <a:bodyPr/>
          <a:lstStyle/>
          <a:p>
            <a:pPr algn="ctr"/>
            <a:r>
              <a:rPr lang="en-GB" dirty="0"/>
              <a:t>Activity Debrief — Who Owns Quality?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312DF-1707-3AAC-448D-11D3F7058D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791730"/>
            <a:ext cx="11249945" cy="3694669"/>
          </a:xfrm>
        </p:spPr>
        <p:txBody>
          <a:bodyPr>
            <a:normAutofit/>
          </a:bodyPr>
          <a:lstStyle/>
          <a:p>
            <a:pPr marL="228600" lvl="0" indent="0" algn="ctr">
              <a:buNone/>
            </a:pPr>
            <a:r>
              <a:rPr lang="en-GB" dirty="0"/>
              <a:t>Where was prevention possible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</a:p>
          <a:p>
            <a:pPr marL="228600" lvl="0" indent="0" algn="ctr">
              <a:buNone/>
            </a:pPr>
            <a:endParaRPr lang="en-GB" dirty="0"/>
          </a:p>
          <a:p>
            <a:pPr marL="228600" lvl="0" indent="0" algn="ctr">
              <a:buNone/>
            </a:pPr>
            <a:r>
              <a:rPr lang="en-GB" dirty="0"/>
              <a:t>Which feedback could arrive fastest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</a:p>
          <a:p>
            <a:pPr marL="228600" lvl="0" indent="0" algn="ctr">
              <a:buNone/>
            </a:pPr>
            <a:endParaRPr lang="en-GB" dirty="0"/>
          </a:p>
          <a:p>
            <a:pPr marL="228600" lvl="0" indent="0" algn="ctr">
              <a:buNone/>
            </a:pPr>
            <a:r>
              <a:rPr lang="en-GB" dirty="0"/>
              <a:t>Where did specialist testing expertise add value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</a:p>
          <a:p>
            <a:pPr marL="228600" lvl="0" indent="0" algn="ctr">
              <a:buNone/>
            </a:pPr>
            <a:endParaRPr lang="en-GB" dirty="0"/>
          </a:p>
          <a:p>
            <a:pPr marL="228600" lvl="0" indent="0" algn="ctr">
              <a:buNone/>
            </a:pPr>
            <a:r>
              <a:rPr lang="en-GB" dirty="0"/>
              <a:t>What still needs observation after release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</a:p>
          <a:p>
            <a:pPr marL="2286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2218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53FC6-DEFE-9CD9-98EA-9F5AC57A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118E8D-01F7-C4EF-0333-602EB2DA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The Testing Pyramid in Practice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9800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EC3F-3068-DC8A-BBF3-A1E8DFD4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D33A5-B2E9-F97B-BC43-78BF2766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Testing Pyramid Is a Conversation</a:t>
            </a:r>
            <a:br>
              <a:rPr lang="en-GB" dirty="0"/>
            </a:b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82A31-3262-EAE1-747E-59569E6902CC}"/>
              </a:ext>
            </a:extLst>
          </p:cNvPr>
          <p:cNvSpPr txBox="1"/>
          <p:nvPr/>
        </p:nvSpPr>
        <p:spPr>
          <a:xfrm>
            <a:off x="646284" y="5690025"/>
            <a:ext cx="6637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0" dirty="0">
                <a:solidFill>
                  <a:srgbClr val="1F2328"/>
                </a:solidFill>
                <a:effectLst/>
                <a:latin typeface="Mona Sans VF"/>
              </a:rPr>
              <a:t>Optimise the </a:t>
            </a:r>
            <a:r>
              <a:rPr lang="en-GB" sz="2000" b="1" i="0" dirty="0">
                <a:solidFill>
                  <a:srgbClr val="1F2328"/>
                </a:solidFill>
                <a:effectLst/>
                <a:latin typeface="Mona Sans VF"/>
              </a:rPr>
              <a:t>feedback portfolio</a:t>
            </a:r>
            <a:r>
              <a:rPr lang="en-GB" sz="2000" b="0" i="0" dirty="0">
                <a:solidFill>
                  <a:srgbClr val="1F2328"/>
                </a:solidFill>
                <a:effectLst/>
                <a:latin typeface="Mona Sans VF"/>
              </a:rPr>
              <a:t>, not the shape.</a:t>
            </a:r>
            <a:endParaRPr lang="en-GB" sz="3200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F089498-7935-1D54-0EFC-E7101E6940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2904454"/>
              </p:ext>
            </p:extLst>
          </p:nvPr>
        </p:nvGraphicFramePr>
        <p:xfrm>
          <a:off x="1315995" y="967255"/>
          <a:ext cx="6137876" cy="4216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533269D-C29C-EA16-6654-75895C0B1B3A}"/>
              </a:ext>
            </a:extLst>
          </p:cNvPr>
          <p:cNvSpPr txBox="1"/>
          <p:nvPr/>
        </p:nvSpPr>
        <p:spPr>
          <a:xfrm>
            <a:off x="7648832" y="4482006"/>
            <a:ext cx="2346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Many, fast and isolated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93B26-DDA3-7EF2-9084-1C5864836835}"/>
              </a:ext>
            </a:extLst>
          </p:cNvPr>
          <p:cNvSpPr txBox="1"/>
          <p:nvPr/>
        </p:nvSpPr>
        <p:spPr>
          <a:xfrm>
            <a:off x="5667708" y="1211183"/>
            <a:ext cx="3572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Fewer, slower and broad confidence</a:t>
            </a:r>
          </a:p>
        </p:txBody>
      </p:sp>
    </p:spTree>
    <p:extLst>
      <p:ext uri="{BB962C8B-B14F-4D97-AF65-F5344CB8AC3E}">
        <p14:creationId xmlns:p14="http://schemas.microsoft.com/office/powerpoint/2010/main" val="2490832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178BB-20CE-D1D7-EB22-19630218C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EA19-79C0-69D6-EB88-ABCFDC57E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Could “Start Recording” Live?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18479-1749-3493-CF40-6F76374E0533}"/>
              </a:ext>
            </a:extLst>
          </p:cNvPr>
          <p:cNvSpPr txBox="1"/>
          <p:nvPr/>
        </p:nvSpPr>
        <p:spPr>
          <a:xfrm>
            <a:off x="888318" y="5283463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One behaviour may justify </a:t>
            </a:r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more than one signal</a:t>
            </a: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—for different risks.</a:t>
            </a:r>
            <a:endParaRPr lang="en-GB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9ABEFE-AE25-9D8B-7972-C1F0D63C9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975645"/>
              </p:ext>
            </p:extLst>
          </p:nvPr>
        </p:nvGraphicFramePr>
        <p:xfrm>
          <a:off x="1704985" y="1842307"/>
          <a:ext cx="8782030" cy="1752600"/>
        </p:xfrm>
        <a:graphic>
          <a:graphicData uri="http://schemas.openxmlformats.org/drawingml/2006/table">
            <a:tbl>
              <a:tblPr/>
              <a:tblGrid>
                <a:gridCol w="4391015">
                  <a:extLst>
                    <a:ext uri="{9D8B030D-6E8A-4147-A177-3AD203B41FA5}">
                      <a16:colId xmlns:a16="http://schemas.microsoft.com/office/drawing/2014/main" val="115591587"/>
                    </a:ext>
                  </a:extLst>
                </a:gridCol>
                <a:gridCol w="4391015">
                  <a:extLst>
                    <a:ext uri="{9D8B030D-6E8A-4147-A177-3AD203B41FA5}">
                      <a16:colId xmlns:a16="http://schemas.microsoft.com/office/drawing/2014/main" val="1599900711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1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Question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1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Candidate signal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67721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 dirty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Battery 9% is rejected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service/unit or API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061568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Simulator V1 shape is understood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contract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8415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Session persists correctly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integration/API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45646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Technician completes the journey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 dirty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focused UI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204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3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B23C-8E0D-CA72-DE4E-2304970E4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94EF71-4455-83A3-682A-AF84B9FB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8903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2 — Where Should This Test Live?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4AA72A-EC28-1C4F-EDEF-00E547CC1A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Classify risks by the most useful testing level and defend the trade-off.</a:t>
            </a:r>
          </a:p>
          <a:p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Participants, device assignment, recording rules, telemetry, and simulator status.</a:t>
            </a:r>
          </a:p>
          <a:p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20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4DA7BB-F558-E725-8FE7-1BF96DAB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61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CBF03-098B-3876-281B-7566704E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8EE0-B1D5-A52E-EECE-27DBC2A0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11249946" cy="458672"/>
          </a:xfrm>
        </p:spPr>
        <p:txBody>
          <a:bodyPr/>
          <a:lstStyle/>
          <a:p>
            <a:pPr algn="ctr"/>
            <a:r>
              <a:rPr lang="en-GB" dirty="0"/>
              <a:t>Debrief — A Placement Checklist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36FBC-42D1-FC88-7F75-EA5763341D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lvl="0" indent="0" algn="ctr">
              <a:buNone/>
            </a:pPr>
            <a:r>
              <a:rPr lang="en-GB" dirty="0"/>
              <a:t>What risk are we addressing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marL="228600" lvl="0" indent="0" algn="ctr">
              <a:buNone/>
            </a:pPr>
            <a:endParaRPr lang="en-GB" dirty="0"/>
          </a:p>
          <a:p>
            <a:pPr marL="228600" lvl="0" indent="0" algn="ctr">
              <a:buNone/>
            </a:pPr>
            <a:r>
              <a:rPr lang="en-GB" dirty="0"/>
              <a:t>What is the lowest level that can expose it faithfully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marL="228600" lvl="0" indent="0" algn="ctr">
              <a:buNone/>
            </a:pPr>
            <a:endParaRPr lang="en-GB" dirty="0"/>
          </a:p>
          <a:p>
            <a:pPr marL="228600" lvl="0" indent="0" algn="ctr">
              <a:buNone/>
            </a:pPr>
            <a:r>
              <a:rPr lang="en-GB" dirty="0"/>
              <a:t>How fast and diagnostic is the feedback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marL="228600" lvl="0" indent="0" algn="ctr">
              <a:buNone/>
            </a:pPr>
            <a:endParaRPr lang="en-GB" dirty="0"/>
          </a:p>
          <a:p>
            <a:pPr marL="228600" lvl="0" indent="0" algn="ctr">
              <a:buNone/>
            </a:pPr>
            <a:r>
              <a:rPr lang="en-GB" dirty="0"/>
              <a:t>What wiring remains untested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marL="228600" lvl="0" indent="0" algn="ctr">
              <a:buNone/>
            </a:pPr>
            <a:endParaRPr lang="en-GB" dirty="0"/>
          </a:p>
          <a:p>
            <a:pPr marL="228600" lvl="0" indent="0" algn="ctr">
              <a:buNone/>
            </a:pPr>
            <a:r>
              <a:rPr lang="en-GB" dirty="0"/>
              <a:t>Is the maintenance cost proportionate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7951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5D546-A9C6-4F7C-B354-B24ABAED3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3790524-28C0-01D3-E5A4-971748623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E7B881-29AF-FC18-E5C3-7C8E3F402D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54262" y="754841"/>
            <a:ext cx="7100965" cy="48819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004669-C2F1-5D94-CD47-784D3F85CF31}"/>
              </a:ext>
            </a:extLst>
          </p:cNvPr>
          <p:cNvSpPr/>
          <p:nvPr/>
        </p:nvSpPr>
        <p:spPr>
          <a:xfrm>
            <a:off x="5833562" y="2681199"/>
            <a:ext cx="2381122" cy="938948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Time to refill</a:t>
            </a:r>
          </a:p>
          <a:p>
            <a:pPr algn="ctr"/>
            <a:r>
              <a:rPr lang="en-GB" sz="2400" i="1" dirty="0">
                <a:solidFill>
                  <a:schemeClr val="tx1"/>
                </a:solidFill>
              </a:rPr>
              <a:t>(Tea break)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678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A8278-A682-FC80-8F9B-FE78602DB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68F1E8-C6DA-61F2-90AD-A8A33404B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Playwright Foundations </a:t>
            </a:r>
            <a:r>
              <a:rPr lang="en-GB" b="0" i="1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(TypeScript, CI/CD integration)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3391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AA4D-61CF-2019-4EA4-D6D6D10B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Typescript and Playwright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3C1AE-84C8-ADC9-64D8-7CFD93E9CC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Links to </a:t>
            </a:r>
            <a:r>
              <a:rPr lang="en-GB" dirty="0" err="1"/>
              <a:t>cheatsheets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0316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3987-36B1-AB1D-5416-1A32A2249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Playwright: A Mental Model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44C73-714A-F5B2-D5D8-8EBC4440C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60" y="2628900"/>
            <a:ext cx="10225797" cy="15503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CFFFA6-9417-13D1-AEA2-D4E758E1BDEB}"/>
              </a:ext>
            </a:extLst>
          </p:cNvPr>
          <p:cNvSpPr txBox="1"/>
          <p:nvPr/>
        </p:nvSpPr>
        <p:spPr>
          <a:xfrm>
            <a:off x="2495546" y="5191409"/>
            <a:ext cx="6637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0" dirty="0">
                <a:solidFill>
                  <a:srgbClr val="1F2328"/>
                </a:solidFill>
                <a:effectLst/>
                <a:latin typeface="Mona Sans VF"/>
              </a:rPr>
              <a:t>Locate intent → interact like a user → observe behaviour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650061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60E4-5EAA-18E7-8472-11A3DB011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1D50-6B8C-C7CE-0FA5-C2DA28012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First </a:t>
            </a:r>
            <a:r>
              <a:rPr lang="en-GB" dirty="0" err="1"/>
              <a:t>NeuroPulse</a:t>
            </a:r>
            <a:r>
              <a:rPr lang="en-GB" dirty="0"/>
              <a:t>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87F40-DD9C-B029-8F94-30EE0DC4C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889" y="1724522"/>
            <a:ext cx="5088897" cy="2319702"/>
          </a:xfrm>
          <a:prstGeom prst="rect">
            <a:avLst/>
          </a:prstGeom>
          <a:ln>
            <a:solidFill>
              <a:srgbClr val="191A24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EA5522-166F-0B46-90D4-D1AA18AEF228}"/>
              </a:ext>
            </a:extLst>
          </p:cNvPr>
          <p:cNvSpPr txBox="1"/>
          <p:nvPr/>
        </p:nvSpPr>
        <p:spPr>
          <a:xfrm>
            <a:off x="1054015" y="5338695"/>
            <a:ext cx="6637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0" dirty="0">
                <a:solidFill>
                  <a:srgbClr val="1F2328"/>
                </a:solidFill>
                <a:effectLst/>
                <a:latin typeface="Mona Sans VF"/>
              </a:rPr>
              <a:t>Arrange → Act → Assert</a:t>
            </a:r>
            <a:r>
              <a:rPr lang="en-GB" sz="2000" b="0" i="0" dirty="0">
                <a:solidFill>
                  <a:srgbClr val="1F2328"/>
                </a:solidFill>
                <a:effectLst/>
                <a:latin typeface="Mona Sans VF"/>
              </a:rPr>
              <a:t> (even when the lines overlap)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54096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5051A-868E-BE52-6F0C-5518879D2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ED2B8A-D7F4-EBA9-439E-0B8787369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8903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3 — Your First </a:t>
            </a:r>
            <a:r>
              <a:rPr lang="en-GB" dirty="0" err="1"/>
              <a:t>NeuroPulse</a:t>
            </a:r>
            <a:r>
              <a:rPr lang="en-GB" dirty="0"/>
              <a:t> Test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A7DAC-0E32-D0F4-340C-5086FAC40B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2"/>
            <a:ext cx="4488348" cy="3984353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Create one readable browser test around an observable user outcome.</a:t>
            </a:r>
          </a:p>
          <a:p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Use a Participants, Devices, or Sessions page from the React application.</a:t>
            </a:r>
          </a:p>
          <a:p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25 minutes</a:t>
            </a:r>
          </a:p>
          <a:p>
            <a:pPr marL="228600" indent="0">
              <a:buNone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A97573-C80A-0C03-C5A1-A7E502DB1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36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84A12-4C93-314E-5EC9-D6BDBE26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DE57-B7C7-A531-58D2-0A8E4DE5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Makes a Locator Resilient?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7A919-3DF6-E4FF-452D-82A8D086C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39" y="2219619"/>
            <a:ext cx="5399077" cy="14376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9537FF-1BCA-708B-F07B-85F23C85736C}"/>
              </a:ext>
            </a:extLst>
          </p:cNvPr>
          <p:cNvSpPr txBox="1"/>
          <p:nvPr/>
        </p:nvSpPr>
        <p:spPr>
          <a:xfrm>
            <a:off x="982381" y="5157227"/>
            <a:ext cx="6637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dirty="0">
                <a:solidFill>
                  <a:srgbClr val="1F2328"/>
                </a:solidFill>
                <a:effectLst/>
                <a:latin typeface="Mona Sans VF"/>
              </a:rPr>
              <a:t>Preference guide: </a:t>
            </a:r>
            <a:r>
              <a:rPr lang="en-GB" sz="1600" b="1" i="0" dirty="0">
                <a:solidFill>
                  <a:srgbClr val="1F2328"/>
                </a:solidFill>
                <a:effectLst/>
                <a:latin typeface="Mona Sans VF"/>
              </a:rPr>
              <a:t>role/label → text → test ID → CSS when justified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61734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7E4D0-624A-1C94-AD28-0C1A5A402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0B86-D814-714A-A4D8-EFDD28A1E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7141280" cy="458672"/>
          </a:xfrm>
        </p:spPr>
        <p:txBody>
          <a:bodyPr/>
          <a:lstStyle/>
          <a:p>
            <a:r>
              <a:rPr lang="en-GB" dirty="0"/>
              <a:t>Accessibility and Testability Reinforce Each Other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10E67-FED2-2294-C5F2-0703006012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0"/>
            <a:ext cx="11249946" cy="3176533"/>
          </a:xfrm>
        </p:spPr>
        <p:txBody>
          <a:bodyPr/>
          <a:lstStyle/>
          <a:p>
            <a:pPr lvl="0"/>
            <a:r>
              <a:rPr lang="en-GB" dirty="0"/>
              <a:t>A real &lt;button&gt; has role, keyboard behaviour, and focus semantics.</a:t>
            </a:r>
          </a:p>
          <a:p>
            <a:pPr lvl="0"/>
            <a:r>
              <a:rPr lang="en-GB" dirty="0"/>
              <a:t>A labelled input is usable by people and automation.</a:t>
            </a:r>
          </a:p>
          <a:p>
            <a:pPr lvl="0"/>
            <a:r>
              <a:rPr lang="en-GB" dirty="0"/>
              <a:t>Intent-focused locators survive layout and styling changes.</a:t>
            </a:r>
          </a:p>
          <a:p>
            <a:pPr lvl="0"/>
            <a:r>
              <a:rPr lang="en-GB" dirty="0"/>
              <a:t>A failing semantic locator may reveal a product concern.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73C43-817F-60DE-77E7-AB692C5F51C6}"/>
              </a:ext>
            </a:extLst>
          </p:cNvPr>
          <p:cNvSpPr txBox="1"/>
          <p:nvPr/>
        </p:nvSpPr>
        <p:spPr>
          <a:xfrm>
            <a:off x="507552" y="5057516"/>
            <a:ext cx="6635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Would you change the test—or improve the interface?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69989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CD272-C4C5-455D-B6B0-B76D5E66B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930751-6E61-C400-CB02-548ECEE07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8903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4 — Find the Most Resilient Locator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335605-CE30-DFA0-5C34-646660DDC4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2"/>
            <a:ext cx="4488348" cy="3984353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Compare selector choices and identify product testability signals.</a:t>
            </a:r>
          </a:p>
          <a:p>
            <a:endParaRPr lang="en-GB" sz="1800" b="1" u="sng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Search Participants, filter Devices, and inspect the Start Recording control.</a:t>
            </a:r>
          </a:p>
          <a:p>
            <a:endParaRPr lang="en-GB" sz="1800" b="1" u="sng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15 minutes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6DFAEF-895D-3461-7C54-2876C87AA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10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9B752-0F08-DD7F-D454-873D0DC2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7A50-6D33-58E9-4FEC-17EFC99E8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6294843" cy="458672"/>
          </a:xfrm>
        </p:spPr>
        <p:txBody>
          <a:bodyPr/>
          <a:lstStyle/>
          <a:p>
            <a:r>
              <a:rPr lang="en-GB" dirty="0"/>
              <a:t>Waiting in an Asynchronous UI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1C707-538B-99DE-9DA3-8F0950CDEF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1"/>
            <a:ext cx="11249946" cy="2348630"/>
          </a:xfrm>
        </p:spPr>
        <p:txBody>
          <a:bodyPr/>
          <a:lstStyle/>
          <a:p>
            <a:pPr latinLnBrk="0"/>
            <a:r>
              <a:rPr lang="en-GB" dirty="0"/>
              <a:t>Action requested</a:t>
            </a:r>
          </a:p>
          <a:p>
            <a:pPr marL="228600" indent="0" latinLnBrk="0">
              <a:buNone/>
            </a:pPr>
            <a:r>
              <a:rPr lang="en-GB" dirty="0"/>
              <a:t>↓ Playwright checks actionable state</a:t>
            </a:r>
          </a:p>
          <a:p>
            <a:pPr latinLnBrk="0"/>
            <a:r>
              <a:rPr lang="en-GB" dirty="0"/>
              <a:t>Click / fill / navigate</a:t>
            </a:r>
          </a:p>
          <a:p>
            <a:pPr marL="228600" indent="0" latinLnBrk="0">
              <a:buNone/>
            </a:pPr>
            <a:r>
              <a:rPr lang="en-GB" dirty="0"/>
              <a:t>↓ application fetches / renders</a:t>
            </a:r>
          </a:p>
          <a:p>
            <a:r>
              <a:rPr lang="en-GB" dirty="0"/>
              <a:t>Web-first assertion retries until timeout</a:t>
            </a:r>
          </a:p>
          <a:p>
            <a:pPr marL="22860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D34FBE-915E-3EA5-207E-39375031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46" y="3909063"/>
            <a:ext cx="6676448" cy="163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78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7941-6C84-5AA5-BE2C-21A8DF22E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27E1A7-3C46-C1CC-EFC9-56B0F479F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8903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5 — Why Is This Test Flaky?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A93AF1-A2D8-6403-65CC-D44FA8B1C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2"/>
            <a:ext cx="4488348" cy="3984353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Replace timing guesses with observation of a meaningful condition.</a:t>
            </a:r>
          </a:p>
          <a:p>
            <a:endParaRPr lang="en-GB" sz="1800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Investigate navigation or session status while simulator latency changes.</a:t>
            </a:r>
          </a:p>
          <a:p>
            <a:endParaRPr lang="en-GB" sz="1800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15 minutes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E09EFD-D177-ADBF-E6B2-E65436274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690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4338A-C863-8DE5-5A54-226C1929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22647-BE6C-3373-97F3-6DA70F21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Independence Is Designed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9FFA4-1E2E-EA45-92A2-D389A9291F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0"/>
            <a:ext cx="11249946" cy="2725511"/>
          </a:xfrm>
        </p:spPr>
        <p:txBody>
          <a:bodyPr/>
          <a:lstStyle/>
          <a:p>
            <a:pPr marL="228600" indent="0">
              <a:buNone/>
            </a:pPr>
            <a:r>
              <a:rPr lang="en-GB" dirty="0"/>
              <a:t>Independent tests:</a:t>
            </a:r>
          </a:p>
          <a:p>
            <a:pPr lvl="1"/>
            <a:r>
              <a:rPr lang="en-GB" dirty="0"/>
              <a:t>establish or request known state;</a:t>
            </a:r>
          </a:p>
          <a:p>
            <a:pPr lvl="1"/>
            <a:r>
              <a:rPr lang="en-GB" dirty="0"/>
              <a:t>do not rely on execution order;</a:t>
            </a:r>
          </a:p>
          <a:p>
            <a:pPr lvl="1"/>
            <a:r>
              <a:rPr lang="en-GB" dirty="0"/>
              <a:t>own unique or resettable data;</a:t>
            </a:r>
          </a:p>
          <a:p>
            <a:pPr lvl="1"/>
            <a:r>
              <a:rPr lang="en-GB" dirty="0"/>
              <a:t>clean up only what they own;</a:t>
            </a:r>
          </a:p>
          <a:p>
            <a:pPr lvl="1"/>
            <a:r>
              <a:rPr lang="en-GB" dirty="0"/>
              <a:t>can run alone and in parallel.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01DEC-8BD0-DAE5-D019-BBDEDF08EA4A}"/>
              </a:ext>
            </a:extLst>
          </p:cNvPr>
          <p:cNvSpPr txBox="1"/>
          <p:nvPr/>
        </p:nvSpPr>
        <p:spPr>
          <a:xfrm>
            <a:off x="772297" y="4760954"/>
            <a:ext cx="6635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A retry can hide shared-state coupling.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11114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038C-CB89-3750-3605-D7F0B70D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FE674003-BB17-41E2-6A8B-CAE933A11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B6EB80-3C96-C2AB-B7F2-BA89080513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54262" y="754841"/>
            <a:ext cx="7100965" cy="48819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6A8877-636D-D088-FF9E-DA0ED1A4FFD6}"/>
              </a:ext>
            </a:extLst>
          </p:cNvPr>
          <p:cNvSpPr/>
          <p:nvPr/>
        </p:nvSpPr>
        <p:spPr>
          <a:xfrm>
            <a:off x="5833562" y="2681199"/>
            <a:ext cx="2381122" cy="938948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Time to refill</a:t>
            </a:r>
          </a:p>
          <a:p>
            <a:pPr algn="ctr"/>
            <a:r>
              <a:rPr lang="en-GB" sz="2400" i="1" dirty="0">
                <a:solidFill>
                  <a:schemeClr val="tx1"/>
                </a:solidFill>
              </a:rPr>
              <a:t>(Tea break)</a:t>
            </a:r>
            <a:endParaRPr lang="en-GB" sz="32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708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98D2F-D4F3-460C-1880-F7BC8C160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FF1D-423D-0EBF-502D-8A75D2DF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 the System, Not Just the Line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FEE62-878A-101F-3BE4-1DD8E27ADA5B}"/>
              </a:ext>
            </a:extLst>
          </p:cNvPr>
          <p:cNvSpPr txBox="1"/>
          <p:nvPr/>
        </p:nvSpPr>
        <p:spPr>
          <a:xfrm>
            <a:off x="661087" y="5465289"/>
            <a:ext cx="6635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Failure location ≠ root cause</a:t>
            </a:r>
            <a:endParaRPr lang="en-GB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9EA197-0A1A-DDD8-4126-9EFE5F6AD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96510"/>
              </p:ext>
            </p:extLst>
          </p:nvPr>
        </p:nvGraphicFramePr>
        <p:xfrm>
          <a:off x="960651" y="2345929"/>
          <a:ext cx="8912398" cy="2103120"/>
        </p:xfrm>
        <a:graphic>
          <a:graphicData uri="http://schemas.openxmlformats.org/drawingml/2006/table">
            <a:tbl>
              <a:tblPr/>
              <a:tblGrid>
                <a:gridCol w="3741095">
                  <a:extLst>
                    <a:ext uri="{9D8B030D-6E8A-4147-A177-3AD203B41FA5}">
                      <a16:colId xmlns:a16="http://schemas.microsoft.com/office/drawing/2014/main" val="2272766437"/>
                    </a:ext>
                  </a:extLst>
                </a:gridCol>
                <a:gridCol w="5171303">
                  <a:extLst>
                    <a:ext uri="{9D8B030D-6E8A-4147-A177-3AD203B41FA5}">
                      <a16:colId xmlns:a16="http://schemas.microsoft.com/office/drawing/2014/main" val="388450828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1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Evidence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1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Useful question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031686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Assertion message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What differed?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81175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Screenshot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What was visible?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859126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Trace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What actions, DOM, and network preceded it?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696918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HTML report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Is failure isolated or patterned?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03574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API/service logs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 dirty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Did the dependency fail?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518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2920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09EA3-3D13-CD6D-D38E-C01B4691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CB2A43-5101-CFB3-E63A-94BDE80B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8903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6 — Investigate a Failed Test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0BA797-C643-AC79-4333-A37B712238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2"/>
            <a:ext cx="4488348" cy="3984353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Build a causal hypothesis from Playwright evidence rather than guessing.</a:t>
            </a:r>
          </a:p>
          <a:p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Use a recording or navigation failure with report, screenshot, and trace evidence.</a:t>
            </a:r>
          </a:p>
          <a:p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10 minutes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4FB493-7938-1742-1644-5F9EC5D2B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05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B041-2EA5-6AB0-57D4-C273CF59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470854" cy="471199"/>
          </a:xfrm>
        </p:spPr>
        <p:txBody>
          <a:bodyPr/>
          <a:lstStyle/>
          <a:p>
            <a:r>
              <a:rPr lang="en-GB" dirty="0"/>
              <a:t>End of Day 1 — Good SDET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B68F4-70D7-642B-13E7-FE12BE0D4F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599" y="1232022"/>
            <a:ext cx="5317005" cy="4816609"/>
          </a:xfrm>
        </p:spPr>
        <p:txBody>
          <a:bodyPr/>
          <a:lstStyle/>
          <a:p>
            <a:pPr lvl="0"/>
            <a:r>
              <a:rPr lang="en-GB" dirty="0"/>
              <a:t>What behaviour matters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Where should it be tested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How quickly can the test give feedback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Will the test remain reliable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What evidence will help us diagnose failure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endParaRPr lang="en-GB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5BB4282-0787-B3EE-82DC-1E859E2C7965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3" r="18383"/>
          <a:stretch>
            <a:fillRect/>
          </a:stretch>
        </p:blipFill>
        <p:spPr>
          <a:prstGeom prst="roundRect">
            <a:avLst>
              <a:gd name="adj" fmla="val 2825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01142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C5F4-8164-E37E-7E0A-EB3367C0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42;p24">
            <a:extLst>
              <a:ext uri="{FF2B5EF4-FFF2-40B4-BE49-F238E27FC236}">
                <a16:creationId xmlns:a16="http://schemas.microsoft.com/office/drawing/2014/main" id="{998E9DC9-51F0-5DAC-569F-2381C96B79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bg2"/>
          </a:solidFill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123396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F7D8118-EF3A-F4C5-474C-6F29098E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>
            <a:extLst>
              <a:ext uri="{FF2B5EF4-FFF2-40B4-BE49-F238E27FC236}">
                <a16:creationId xmlns:a16="http://schemas.microsoft.com/office/drawing/2014/main" id="{A6BA6014-D9F7-992F-C5CD-A5EFFE7A8B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495" y="2201552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Phase 1 Day 2</a:t>
            </a:r>
            <a:endParaRPr dirty="0"/>
          </a:p>
        </p:txBody>
      </p:sp>
      <p:sp>
        <p:nvSpPr>
          <p:cNvPr id="175" name="Google Shape;175;p4">
            <a:extLst>
              <a:ext uri="{FF2B5EF4-FFF2-40B4-BE49-F238E27FC236}">
                <a16:creationId xmlns:a16="http://schemas.microsoft.com/office/drawing/2014/main" id="{1F5C8545-4D2C-18EE-1ECF-EAE821A690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7730" y="4761548"/>
            <a:ext cx="46056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39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52CA85-E669-1A78-792D-0BF794487E41}"/>
              </a:ext>
            </a:extLst>
          </p:cNvPr>
          <p:cNvSpPr txBox="1"/>
          <p:nvPr/>
        </p:nvSpPr>
        <p:spPr>
          <a:xfrm>
            <a:off x="1636579" y="2514144"/>
            <a:ext cx="4921876" cy="21650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2000" b="1" dirty="0">
              <a:solidFill>
                <a:schemeClr val="accent5"/>
              </a:solidFill>
              <a:latin typeface="+mj-lt"/>
              <a:ea typeface="Lato Light" panose="020F0502020204030203" pitchFamily="34" charset="0"/>
              <a:cs typeface="Poppins" pitchFamily="2" charset="77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API Testing Essentials (</a:t>
            </a:r>
            <a:r>
              <a:rPr lang="en-US" sz="1600" i="1" dirty="0">
                <a:latin typeface="Calibri" panose="020F0502020204030204"/>
                <a:ea typeface="Calibri" pitchFamily="34" charset="-122"/>
                <a:cs typeface="Calibri" pitchFamily="34" charset="-120"/>
              </a:rPr>
              <a:t>Postman</a:t>
            </a: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Introduction to AI-Enabled Testing</a:t>
            </a: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Phase 1 Assessment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127353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3645081-44EE-F38D-5654-05D99BEE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>
            <a:extLst>
              <a:ext uri="{FF2B5EF4-FFF2-40B4-BE49-F238E27FC236}">
                <a16:creationId xmlns:a16="http://schemas.microsoft.com/office/drawing/2014/main" id="{A3641559-66AE-BBC9-B3B9-E7C48D0430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495" y="2201552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Phase 2 Day 3</a:t>
            </a:r>
            <a:endParaRPr dirty="0"/>
          </a:p>
        </p:txBody>
      </p:sp>
      <p:sp>
        <p:nvSpPr>
          <p:cNvPr id="175" name="Google Shape;175;p4">
            <a:extLst>
              <a:ext uri="{FF2B5EF4-FFF2-40B4-BE49-F238E27FC236}">
                <a16:creationId xmlns:a16="http://schemas.microsoft.com/office/drawing/2014/main" id="{CE507C40-F705-2FAC-5CF7-9AD18B17CD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7730" y="4761548"/>
            <a:ext cx="46056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40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B3061F-F9ED-ABE2-C03A-0BF845FA40EE}"/>
              </a:ext>
            </a:extLst>
          </p:cNvPr>
          <p:cNvSpPr txBox="1"/>
          <p:nvPr/>
        </p:nvSpPr>
        <p:spPr>
          <a:xfrm>
            <a:off x="1636579" y="2514145"/>
            <a:ext cx="4921876" cy="30526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2000" b="1" dirty="0">
              <a:solidFill>
                <a:schemeClr val="accent5"/>
              </a:solidFill>
              <a:latin typeface="+mj-lt"/>
              <a:ea typeface="Lato Light" panose="020F0502020204030203" pitchFamily="34" charset="0"/>
              <a:cs typeface="Poppins" pitchFamily="2" charset="77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Build Automation Suites in Playwright (</a:t>
            </a:r>
            <a:r>
              <a:rPr lang="en-US" sz="1600" i="1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Page Object Model, component testing</a:t>
            </a: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AI in Practice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Contract Testing with PACT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Load Testing with JMeter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082322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4502F38-7AA3-D6BF-B45A-6A7B77EC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>
            <a:extLst>
              <a:ext uri="{FF2B5EF4-FFF2-40B4-BE49-F238E27FC236}">
                <a16:creationId xmlns:a16="http://schemas.microsoft.com/office/drawing/2014/main" id="{B2E48A43-4877-BC4D-074A-A1609CFF0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495" y="2201552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Phase 2 Day 4</a:t>
            </a:r>
            <a:endParaRPr dirty="0"/>
          </a:p>
        </p:txBody>
      </p:sp>
      <p:sp>
        <p:nvSpPr>
          <p:cNvPr id="175" name="Google Shape;175;p4">
            <a:extLst>
              <a:ext uri="{FF2B5EF4-FFF2-40B4-BE49-F238E27FC236}">
                <a16:creationId xmlns:a16="http://schemas.microsoft.com/office/drawing/2014/main" id="{84F44B22-1C6C-4D74-81A6-92F248C59C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7730" y="4761548"/>
            <a:ext cx="46056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41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0F884D-57DE-63C1-CA7B-32880A29ABC5}"/>
              </a:ext>
            </a:extLst>
          </p:cNvPr>
          <p:cNvSpPr txBox="1"/>
          <p:nvPr/>
        </p:nvSpPr>
        <p:spPr>
          <a:xfrm>
            <a:off x="1636579" y="2514145"/>
            <a:ext cx="4921876" cy="27653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2000" b="1" dirty="0">
              <a:solidFill>
                <a:schemeClr val="accent5"/>
              </a:solidFill>
              <a:latin typeface="+mj-lt"/>
              <a:ea typeface="Lato Light" panose="020F0502020204030203" pitchFamily="34" charset="0"/>
              <a:cs typeface="Poppins" pitchFamily="2" charset="77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Developer Coaching in Practice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Designing for Testability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Exploratory Testing as a Craft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Phase 2 Assessment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907293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42;p24">
            <a:extLst>
              <a:ext uri="{FF2B5EF4-FFF2-40B4-BE49-F238E27FC236}">
                <a16:creationId xmlns:a16="http://schemas.microsoft.com/office/drawing/2014/main" id="{78A8264F-350A-C290-ED30-6C5984D48A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bg2"/>
          </a:solidFill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24573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9d181098-1cae-4ca2-a6ad-ad48ce6cfd1c"/>
</p:tagLst>
</file>

<file path=ppt/theme/theme1.xml><?xml version="1.0" encoding="utf-8"?>
<a:theme xmlns:a="http://schemas.openxmlformats.org/drawingml/2006/main" name="Neueda 2026">
  <a:themeElements>
    <a:clrScheme name="Custom 1">
      <a:dk1>
        <a:srgbClr val="FFFFFF"/>
      </a:dk1>
      <a:lt1>
        <a:srgbClr val="2C2F41"/>
      </a:lt1>
      <a:dk2>
        <a:srgbClr val="191A24"/>
      </a:dk2>
      <a:lt2>
        <a:srgbClr val="2C2F41"/>
      </a:lt2>
      <a:accent1>
        <a:srgbClr val="2C2F41"/>
      </a:accent1>
      <a:accent2>
        <a:srgbClr val="FF4700"/>
      </a:accent2>
      <a:accent3>
        <a:srgbClr val="FFD275"/>
      </a:accent3>
      <a:accent4>
        <a:srgbClr val="276FBF"/>
      </a:accent4>
      <a:accent5>
        <a:srgbClr val="FFFFFF"/>
      </a:accent5>
      <a:accent6>
        <a:srgbClr val="5B85AA"/>
      </a:accent6>
      <a:hlink>
        <a:srgbClr val="FF4700"/>
      </a:hlink>
      <a:folHlink>
        <a:srgbClr val="FF4700"/>
      </a:folHlink>
    </a:clrScheme>
    <a:fontScheme name="Neueda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5C56CCA5A1C94AB07F13D7F09C17CA" ma:contentTypeVersion="29" ma:contentTypeDescription="Create a new document." ma:contentTypeScope="" ma:versionID="9e9d54540c69355e1d05c5aabc61c47c">
  <xsd:schema xmlns:xsd="http://www.w3.org/2001/XMLSchema" xmlns:xs="http://www.w3.org/2001/XMLSchema" xmlns:p="http://schemas.microsoft.com/office/2006/metadata/properties" xmlns:ns1="http://schemas.microsoft.com/sharepoint/v3" xmlns:ns2="2c08f754-a9ea-4773-b604-7244bf3e6a7b" xmlns:ns3="d905f990-1265-453a-8377-6052b5295bf7" targetNamespace="http://schemas.microsoft.com/office/2006/metadata/properties" ma:root="true" ma:fieldsID="d83f8a048dd320245a0f904807145956" ns1:_="" ns2:_="" ns3:_="">
    <xsd:import namespace="http://schemas.microsoft.com/sharepoint/v3"/>
    <xsd:import namespace="2c08f754-a9ea-4773-b604-7244bf3e6a7b"/>
    <xsd:import namespace="d905f990-1265-453a-8377-6052b5295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DefaultOrde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  <xsd:element ref="ns2:Addtowebsite" minOccurs="0"/>
                <xsd:element ref="ns2:MediaServiceObjectDetectorVersions" minOccurs="0"/>
                <xsd:element ref="ns2:MediaServiceBillingMetadata" minOccurs="0"/>
                <xsd:element ref="ns2:Test" minOccurs="0"/>
                <xsd:element ref="ns2:Topic" minOccurs="0"/>
                <xsd:element ref="ns2:SubTopic" minOccurs="0"/>
                <xsd:element ref="ns1:_ip_UnifiedCompliancePolicyProperties" minOccurs="0"/>
                <xsd:element ref="ns1:_ip_UnifiedCompliancePolicyUIAction" minOccurs="0"/>
                <xsd:element ref="ns2:Hyp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08f754-a9ea-4773-b604-7244bf3e6a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3482690-7c15-4db0-a421-5a175f9ff9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efaultOrder" ma:index="20" nillable="true" ma:displayName="DefaultOrder" ma:default="0" ma:description="Integer to order folders" ma:format="Dropdown" ma:internalName="DefaultOrder" ma:percentage="FALSE">
      <xsd:simpleType>
        <xsd:restriction base="dms:Number">
          <xsd:minInclusive value="0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  <xsd:element name="Addtowebsite" ma:index="25" nillable="true" ma:displayName="Add to website " ma:format="Dropdown" ma:internalName="Addtowebsite">
      <xsd:simpleType>
        <xsd:restriction base="dms:Choice">
          <xsd:enumeration value="Yes"/>
          <xsd:enumeration value="No"/>
          <xsd:enumeration value="Choice 3"/>
        </xsd:restriction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Test" ma:index="28" nillable="true" ma:displayName="Test" ma:format="Dropdown" ma:list="UserInfo" ma:SharePointGroup="0" ma:internalName="Tes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opic" ma:index="29" nillable="true" ma:displayName="Topic" ma:format="Dropdown" ma:list="229e7ed0-77e4-418a-876e-dff4abf19a80" ma:internalName="Topic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ubTopic" ma:index="30" nillable="true" ma:displayName="Sub Topic " ma:format="Dropdown" ma:list="4bf8ae56-1bb5-410a-9041-f4d21fb0436c" ma:internalName="SubTopic" ma:showField="Title">
      <xsd:simpleType>
        <xsd:restriction base="dms:Lookup"/>
      </xsd:simpleType>
    </xsd:element>
    <xsd:element name="Hyperlink" ma:index="33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5f990-1265-453a-8377-6052b5295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a696fa-5d9f-492f-b5c6-7d28dca96e11}" ma:internalName="TaxCatchAll" ma:showField="CatchAllData" ma:web="d905f990-1265-453a-8377-6052b5295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opic xmlns="2c08f754-a9ea-4773-b604-7244bf3e6a7b" xsi:nil="true"/>
    <Hyperlink xmlns="2c08f754-a9ea-4773-b604-7244bf3e6a7b">
      <Url xsi:nil="true"/>
      <Description xsi:nil="true"/>
    </Hyperlink>
    <SubTopic xmlns="2c08f754-a9ea-4773-b604-7244bf3e6a7b" xsi:nil="true"/>
    <Test xmlns="2c08f754-a9ea-4773-b604-7244bf3e6a7b">
      <UserInfo>
        <DisplayName/>
        <AccountId xsi:nil="true"/>
        <AccountType/>
      </UserInfo>
    </Test>
    <_ip_UnifiedCompliancePolicyUIAction xmlns="http://schemas.microsoft.com/sharepoint/v3" xsi:nil="true"/>
    <DefaultOrder xmlns="2c08f754-a9ea-4773-b604-7244bf3e6a7b">0</DefaultOrder>
    <_ip_UnifiedCompliancePolicyProperties xmlns="http://schemas.microsoft.com/sharepoint/v3" xsi:nil="true"/>
    <Addtowebsite xmlns="2c08f754-a9ea-4773-b604-7244bf3e6a7b" xsi:nil="true"/>
    <lcf76f155ced4ddcb4097134ff3c332f xmlns="2c08f754-a9ea-4773-b604-7244bf3e6a7b">
      <Terms xmlns="http://schemas.microsoft.com/office/infopath/2007/PartnerControls"/>
    </lcf76f155ced4ddcb4097134ff3c332f>
    <TaxCatchAll xmlns="d905f990-1265-453a-8377-6052b5295bf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58E5D6-5AA7-44ED-AFAF-DFB2ABF2F37E}">
  <ds:schemaRefs>
    <ds:schemaRef ds:uri="2c08f754-a9ea-4773-b604-7244bf3e6a7b"/>
    <ds:schemaRef ds:uri="d905f990-1265-453a-8377-6052b5295b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84B0FEC-CC98-462D-9CE7-74B233B3BDC7}">
  <ds:schemaRefs>
    <ds:schemaRef ds:uri="http://schemas.openxmlformats.org/package/2006/metadata/core-properties"/>
    <ds:schemaRef ds:uri="http://schemas.microsoft.com/sharepoint/v3"/>
    <ds:schemaRef ds:uri="http://purl.org/dc/elements/1.1/"/>
    <ds:schemaRef ds:uri="d905f990-1265-453a-8377-6052b5295bf7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2c08f754-a9ea-4773-b604-7244bf3e6a7b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99DC986-9963-4A0B-A521-1A70BA02C98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feb82c3-3193-44ae-964e-38700fead322}" enabled="1" method="Privileged" siteId="{48852407-12ea-48e5-9625-3a29b0f5c4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1256</Words>
  <Application>Microsoft Office PowerPoint</Application>
  <PresentationFormat>Widescreen</PresentationFormat>
  <Paragraphs>274</Paragraphs>
  <Slides>42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Aptos</vt:lpstr>
      <vt:lpstr>Arial</vt:lpstr>
      <vt:lpstr>Calibri</vt:lpstr>
      <vt:lpstr>Helvetica Light</vt:lpstr>
      <vt:lpstr>Inter</vt:lpstr>
      <vt:lpstr>Inter Medium</vt:lpstr>
      <vt:lpstr>Mona Sans VF</vt:lpstr>
      <vt:lpstr>Neueda 2026</vt:lpstr>
      <vt:lpstr>Everway SDET Shift-Left Program</vt:lpstr>
      <vt:lpstr>Meet your instructor </vt:lpstr>
      <vt:lpstr>Session timings </vt:lpstr>
      <vt:lpstr>Housekeeping</vt:lpstr>
      <vt:lpstr>Shift-Left Program</vt:lpstr>
      <vt:lpstr>Phase 1 Day 1</vt:lpstr>
      <vt:lpstr>From QA Engineer to SDET </vt:lpstr>
      <vt:lpstr>Demo: Neueda VM</vt:lpstr>
      <vt:lpstr>Our Training App - NeuroPulse</vt:lpstr>
      <vt:lpstr>Where Are We Going? </vt:lpstr>
      <vt:lpstr>Today's Outcomes </vt:lpstr>
      <vt:lpstr>The Role Is Changing </vt:lpstr>
      <vt:lpstr>Shift-Left Thinking: Quality Across the SDLC</vt:lpstr>
      <vt:lpstr>Quality Across the SDLC </vt:lpstr>
      <vt:lpstr>Activity 1 — Quality Across the SDLC</vt:lpstr>
      <vt:lpstr>Activity Debrief — Who Owns Quality? </vt:lpstr>
      <vt:lpstr>The Testing Pyramid in Practice</vt:lpstr>
      <vt:lpstr>The Testing Pyramid Is a Conversation </vt:lpstr>
      <vt:lpstr>Where Could “Start Recording” Live? </vt:lpstr>
      <vt:lpstr>Activity 2 — Where Should This Test Live?</vt:lpstr>
      <vt:lpstr>Debrief — A Placement Checklist</vt:lpstr>
      <vt:lpstr>PowerPoint Presentation</vt:lpstr>
      <vt:lpstr>Playwright Foundations (TypeScript, CI/CD integration)</vt:lpstr>
      <vt:lpstr>Typescript and Playwright</vt:lpstr>
      <vt:lpstr>Playwright: A Mental Model </vt:lpstr>
      <vt:lpstr>A First NeuroPulse Test</vt:lpstr>
      <vt:lpstr>Activity 3 — Your First NeuroPulse Test</vt:lpstr>
      <vt:lpstr>What Makes a Locator Resilient?</vt:lpstr>
      <vt:lpstr>Accessibility and Testability Reinforce Each Other</vt:lpstr>
      <vt:lpstr>Activity 4 — Find the Most Resilient Locator</vt:lpstr>
      <vt:lpstr>Waiting in an Asynchronous UI</vt:lpstr>
      <vt:lpstr>Activity 5 — Why Is This Test Flaky?</vt:lpstr>
      <vt:lpstr>Test Independence Is Designed</vt:lpstr>
      <vt:lpstr>PowerPoint Presentation</vt:lpstr>
      <vt:lpstr>Debug the System, Not Just the Line </vt:lpstr>
      <vt:lpstr>Activity 6 — Investigate a Failed Test</vt:lpstr>
      <vt:lpstr>End of Day 1 — Good SDET Questions</vt:lpstr>
      <vt:lpstr>Thank you</vt:lpstr>
      <vt:lpstr>Phase 1 Day 2</vt:lpstr>
      <vt:lpstr>Phase 2 Day 3</vt:lpstr>
      <vt:lpstr>Phase 2 Day 4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Neueda ILT Master Deck </dc:title>
  <dc:creator>Hannah Lydon</dc:creator>
  <cp:lastModifiedBy>Ray Coulstock</cp:lastModifiedBy>
  <cp:revision>4</cp:revision>
  <dcterms:created xsi:type="dcterms:W3CDTF">2025-11-19T12:02:24Z</dcterms:created>
  <dcterms:modified xsi:type="dcterms:W3CDTF">2026-08-24T13:45:19Z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0x010100015C56CCA5A1C94AB07F13D7F09C17CA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_activity">
    <vt:lpwstr>{"FileActivityType":"9","FileActivityTimeStamp":"2025-11-19T16:08:40.220Z","FileActivityUsersOnPage":[{"DisplayName":"Hannah Lydon","Id":"hannah.lydon@neueda.com"},{"DisplayName":"Nikki Ashley","Id":"nikki.ashley@neueda.com"}],"FileActivityNavigationId":null}</vt:lpwstr>
  </property>
  <property fmtid="{D5CDD505-2E9C-101B-9397-08002B2CF9AE}" pid="7" name="TriggerFlowInfo">
    <vt:lpwstr/>
  </property>
</Properties>
</file>