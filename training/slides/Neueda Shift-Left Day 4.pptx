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2146847531" r:id="rId5"/>
    <p:sldId id="2147478971" r:id="rId6"/>
    <p:sldId id="2147478976" r:id="rId7"/>
    <p:sldId id="2147478999" r:id="rId8"/>
    <p:sldId id="2146847571" r:id="rId9"/>
    <p:sldId id="2147479003" r:id="rId10"/>
    <p:sldId id="2147479017" r:id="rId11"/>
    <p:sldId id="2147479018" r:id="rId12"/>
    <p:sldId id="2147479019" r:id="rId13"/>
    <p:sldId id="2147479020" r:id="rId14"/>
    <p:sldId id="2147479035" r:id="rId15"/>
    <p:sldId id="2147479038" r:id="rId16"/>
    <p:sldId id="2147479021" r:id="rId17"/>
    <p:sldId id="2147479023" r:id="rId18"/>
    <p:sldId id="2147479037" r:id="rId19"/>
    <p:sldId id="2147479026" r:id="rId20"/>
    <p:sldId id="2147479030" r:id="rId21"/>
    <p:sldId id="2147479031" r:id="rId22"/>
    <p:sldId id="2147479032" r:id="rId23"/>
    <p:sldId id="2147479036" r:id="rId24"/>
    <p:sldId id="2147479028" r:id="rId25"/>
    <p:sldId id="2147479029" r:id="rId26"/>
    <p:sldId id="2147479033" r:id="rId27"/>
    <p:sldId id="2146847583" r:id="rId28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ACB59F-EFEA-4277-8295-8C243E84D6AA}">
          <p14:sldIdLst>
            <p14:sldId id="2146847531"/>
            <p14:sldId id="2147478971"/>
            <p14:sldId id="2147478976"/>
            <p14:sldId id="2147478999"/>
          </p14:sldIdLst>
        </p14:section>
        <p14:section name="Phase 2 - Day 2" id="{4ED99093-D6A8-4235-B95E-BEE5A9339EBE}">
          <p14:sldIdLst>
            <p14:sldId id="2146847571"/>
            <p14:sldId id="2147479003"/>
            <p14:sldId id="2147479017"/>
            <p14:sldId id="2147479018"/>
            <p14:sldId id="2147479019"/>
            <p14:sldId id="2147479020"/>
            <p14:sldId id="2147479035"/>
            <p14:sldId id="2147479038"/>
            <p14:sldId id="2147479021"/>
            <p14:sldId id="2147479023"/>
            <p14:sldId id="2147479037"/>
            <p14:sldId id="2147479026"/>
            <p14:sldId id="2147479030"/>
            <p14:sldId id="2147479031"/>
            <p14:sldId id="2147479032"/>
            <p14:sldId id="2147479036"/>
            <p14:sldId id="2147479028"/>
            <p14:sldId id="2147479029"/>
            <p14:sldId id="2147479033"/>
            <p14:sldId id="2146847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0"/>
    <a:srgbClr val="191A24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7E106-E6ED-49E4-AD92-8CDB44C0C5B1}" v="66" dt="2026-09-11T13:10:40.087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304" y="2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Coulstock" userId="32d60e15f1384047" providerId="LiveId" clId="{7326A5DA-AC13-434D-BBCB-56E6A11702D1}"/>
    <pc:docChg chg="custSel addSld delSld modSld sldOrd delSection modSection">
      <pc:chgData name="Ray Coulstock" userId="32d60e15f1384047" providerId="LiveId" clId="{7326A5DA-AC13-434D-BBCB-56E6A11702D1}" dt="2026-09-11T14:24:22.280" v="636" actId="47"/>
      <pc:docMkLst>
        <pc:docMk/>
      </pc:docMkLst>
      <pc:sldChg chg="add del">
        <pc:chgData name="Ray Coulstock" userId="32d60e15f1384047" providerId="LiveId" clId="{7326A5DA-AC13-434D-BBCB-56E6A11702D1}" dt="2026-09-07T13:45:56.445" v="215"/>
        <pc:sldMkLst>
          <pc:docMk/>
          <pc:sldMk cId="601357687" sldId="2147478999"/>
        </pc:sldMkLst>
      </pc:sldChg>
      <pc:sldChg chg="modSp add">
        <pc:chgData name="Ray Coulstock" userId="32d60e15f1384047" providerId="LiveId" clId="{7326A5DA-AC13-434D-BBCB-56E6A11702D1}" dt="2026-09-07T13:23:11.468" v="4"/>
        <pc:sldMkLst>
          <pc:docMk/>
          <pc:sldMk cId="432505598" sldId="2147479003"/>
        </pc:sldMkLst>
        <pc:spChg chg="mod">
          <ac:chgData name="Ray Coulstock" userId="32d60e15f1384047" providerId="LiveId" clId="{7326A5DA-AC13-434D-BBCB-56E6A11702D1}" dt="2026-09-07T13:23:11.468" v="4"/>
          <ac:spMkLst>
            <pc:docMk/>
            <pc:sldMk cId="432505598" sldId="2147479003"/>
            <ac:spMk id="2" creationId="{501368EC-A6F7-DF68-2B3E-B9B09E7D6B7B}"/>
          </ac:spMkLst>
        </pc:spChg>
        <pc:spChg chg="mod">
          <ac:chgData name="Ray Coulstock" userId="32d60e15f1384047" providerId="LiveId" clId="{7326A5DA-AC13-434D-BBCB-56E6A11702D1}" dt="2026-09-07T13:23:00.593" v="3"/>
          <ac:spMkLst>
            <pc:docMk/>
            <pc:sldMk cId="432505598" sldId="2147479003"/>
            <ac:spMk id="3" creationId="{FF8716E8-32AD-65F5-F8AC-1FD67BAF470A}"/>
          </ac:spMkLst>
        </pc:spChg>
      </pc:sldChg>
      <pc:sldChg chg="modSp add del mod modShow">
        <pc:chgData name="Ray Coulstock" userId="32d60e15f1384047" providerId="LiveId" clId="{7326A5DA-AC13-434D-BBCB-56E6A11702D1}" dt="2026-09-11T14:24:19.027" v="635" actId="47"/>
        <pc:sldMkLst>
          <pc:docMk/>
          <pc:sldMk cId="1456193331" sldId="2147479012"/>
        </pc:sldMkLst>
      </pc:sldChg>
      <pc:sldChg chg="modSp add del mod modShow">
        <pc:chgData name="Ray Coulstock" userId="32d60e15f1384047" providerId="LiveId" clId="{7326A5DA-AC13-434D-BBCB-56E6A11702D1}" dt="2026-09-11T14:24:19.027" v="635" actId="47"/>
        <pc:sldMkLst>
          <pc:docMk/>
          <pc:sldMk cId="136774459" sldId="2147479013"/>
        </pc:sldMkLst>
      </pc:sldChg>
      <pc:sldChg chg="modSp add del mod modShow">
        <pc:chgData name="Ray Coulstock" userId="32d60e15f1384047" providerId="LiveId" clId="{7326A5DA-AC13-434D-BBCB-56E6A11702D1}" dt="2026-09-11T14:24:19.027" v="635" actId="47"/>
        <pc:sldMkLst>
          <pc:docMk/>
          <pc:sldMk cId="880729803" sldId="2147479014"/>
        </pc:sldMkLst>
      </pc:sldChg>
      <pc:sldChg chg="modSp add del mod modShow">
        <pc:chgData name="Ray Coulstock" userId="32d60e15f1384047" providerId="LiveId" clId="{7326A5DA-AC13-434D-BBCB-56E6A11702D1}" dt="2026-09-11T14:24:19.027" v="635" actId="47"/>
        <pc:sldMkLst>
          <pc:docMk/>
          <pc:sldMk cId="3827539223" sldId="2147479015"/>
        </pc:sldMkLst>
      </pc:sldChg>
      <pc:sldChg chg="modSp add del mod modShow">
        <pc:chgData name="Ray Coulstock" userId="32d60e15f1384047" providerId="LiveId" clId="{7326A5DA-AC13-434D-BBCB-56E6A11702D1}" dt="2026-09-11T14:24:22.280" v="636" actId="47"/>
        <pc:sldMkLst>
          <pc:docMk/>
          <pc:sldMk cId="2268763737" sldId="2147479016"/>
        </pc:sldMkLst>
      </pc:sldChg>
      <pc:sldChg chg="modSp new mod">
        <pc:chgData name="Ray Coulstock" userId="32d60e15f1384047" providerId="LiveId" clId="{7326A5DA-AC13-434D-BBCB-56E6A11702D1}" dt="2026-09-07T13:30:48.522" v="65" actId="5793"/>
        <pc:sldMkLst>
          <pc:docMk/>
          <pc:sldMk cId="3956475296" sldId="2147479017"/>
        </pc:sldMkLst>
        <pc:spChg chg="mod">
          <ac:chgData name="Ray Coulstock" userId="32d60e15f1384047" providerId="LiveId" clId="{7326A5DA-AC13-434D-BBCB-56E6A11702D1}" dt="2026-09-07T13:30:40.488" v="63"/>
          <ac:spMkLst>
            <pc:docMk/>
            <pc:sldMk cId="3956475296" sldId="2147479017"/>
            <ac:spMk id="2" creationId="{74C209EE-ABDE-A02F-38DC-FB3E8A7E2231}"/>
          </ac:spMkLst>
        </pc:spChg>
        <pc:spChg chg="mod">
          <ac:chgData name="Ray Coulstock" userId="32d60e15f1384047" providerId="LiveId" clId="{7326A5DA-AC13-434D-BBCB-56E6A11702D1}" dt="2026-09-07T13:30:48.522" v="65" actId="5793"/>
          <ac:spMkLst>
            <pc:docMk/>
            <pc:sldMk cId="3956475296" sldId="2147479017"/>
            <ac:spMk id="3" creationId="{B8482F42-B14D-93CC-3349-7CD097ACA3A1}"/>
          </ac:spMkLst>
        </pc:spChg>
      </pc:sldChg>
      <pc:sldChg chg="modSp new mod">
        <pc:chgData name="Ray Coulstock" userId="32d60e15f1384047" providerId="LiveId" clId="{7326A5DA-AC13-434D-BBCB-56E6A11702D1}" dt="2026-09-07T13:31:13.032" v="70" actId="5793"/>
        <pc:sldMkLst>
          <pc:docMk/>
          <pc:sldMk cId="3423677656" sldId="2147479018"/>
        </pc:sldMkLst>
        <pc:spChg chg="mod">
          <ac:chgData name="Ray Coulstock" userId="32d60e15f1384047" providerId="LiveId" clId="{7326A5DA-AC13-434D-BBCB-56E6A11702D1}" dt="2026-09-07T13:31:04.841" v="68" actId="20577"/>
          <ac:spMkLst>
            <pc:docMk/>
            <pc:sldMk cId="3423677656" sldId="2147479018"/>
            <ac:spMk id="2" creationId="{CDE38534-366A-50CA-14DC-1CD824FF7BD6}"/>
          </ac:spMkLst>
        </pc:spChg>
        <pc:spChg chg="mod">
          <ac:chgData name="Ray Coulstock" userId="32d60e15f1384047" providerId="LiveId" clId="{7326A5DA-AC13-434D-BBCB-56E6A11702D1}" dt="2026-09-07T13:31:13.032" v="70" actId="5793"/>
          <ac:spMkLst>
            <pc:docMk/>
            <pc:sldMk cId="3423677656" sldId="2147479018"/>
            <ac:spMk id="3" creationId="{97093721-6835-97A9-5C60-57EF926F906F}"/>
          </ac:spMkLst>
        </pc:spChg>
      </pc:sldChg>
      <pc:sldChg chg="addSp delSp modSp new mod">
        <pc:chgData name="Ray Coulstock" userId="32d60e15f1384047" providerId="LiveId" clId="{7326A5DA-AC13-434D-BBCB-56E6A11702D1}" dt="2026-09-07T13:32:08.457" v="82" actId="1076"/>
        <pc:sldMkLst>
          <pc:docMk/>
          <pc:sldMk cId="1349374500" sldId="2147479019"/>
        </pc:sldMkLst>
        <pc:spChg chg="mod">
          <ac:chgData name="Ray Coulstock" userId="32d60e15f1384047" providerId="LiveId" clId="{7326A5DA-AC13-434D-BBCB-56E6A11702D1}" dt="2026-09-07T13:31:34.245" v="74" actId="20577"/>
          <ac:spMkLst>
            <pc:docMk/>
            <pc:sldMk cId="1349374500" sldId="2147479019"/>
            <ac:spMk id="2" creationId="{75720407-3A17-FDB6-87D4-74CDC8D7965D}"/>
          </ac:spMkLst>
        </pc:spChg>
        <pc:spChg chg="add mod">
          <ac:chgData name="Ray Coulstock" userId="32d60e15f1384047" providerId="LiveId" clId="{7326A5DA-AC13-434D-BBCB-56E6A11702D1}" dt="2026-09-07T13:32:08.457" v="82" actId="1076"/>
          <ac:spMkLst>
            <pc:docMk/>
            <pc:sldMk cId="1349374500" sldId="2147479019"/>
            <ac:spMk id="7" creationId="{97F1C4F7-80A9-567A-4F6D-52EE1D5B525E}"/>
          </ac:spMkLst>
        </pc:spChg>
        <pc:picChg chg="add mod">
          <ac:chgData name="Ray Coulstock" userId="32d60e15f1384047" providerId="LiveId" clId="{7326A5DA-AC13-434D-BBCB-56E6A11702D1}" dt="2026-09-07T13:31:54.169" v="78" actId="1076"/>
          <ac:picMkLst>
            <pc:docMk/>
            <pc:sldMk cId="1349374500" sldId="2147479019"/>
            <ac:picMk id="5" creationId="{D196EC18-D641-505D-8E40-D98E36932EBB}"/>
          </ac:picMkLst>
        </pc:picChg>
      </pc:sldChg>
      <pc:sldChg chg="addSp delSp modSp add mod">
        <pc:chgData name="Ray Coulstock" userId="32d60e15f1384047" providerId="LiveId" clId="{7326A5DA-AC13-434D-BBCB-56E6A11702D1}" dt="2026-09-07T13:33:02.475" v="93" actId="1076"/>
        <pc:sldMkLst>
          <pc:docMk/>
          <pc:sldMk cId="2305099758" sldId="2147479020"/>
        </pc:sldMkLst>
        <pc:spChg chg="mod">
          <ac:chgData name="Ray Coulstock" userId="32d60e15f1384047" providerId="LiveId" clId="{7326A5DA-AC13-434D-BBCB-56E6A11702D1}" dt="2026-09-07T13:32:20.671" v="84" actId="20577"/>
          <ac:spMkLst>
            <pc:docMk/>
            <pc:sldMk cId="2305099758" sldId="2147479020"/>
            <ac:spMk id="2" creationId="{8DEBB447-9AE1-EB20-F500-020636821591}"/>
          </ac:spMkLst>
        </pc:spChg>
        <pc:spChg chg="add mod">
          <ac:chgData name="Ray Coulstock" userId="32d60e15f1384047" providerId="LiveId" clId="{7326A5DA-AC13-434D-BBCB-56E6A11702D1}" dt="2026-09-07T13:33:02.475" v="93" actId="1076"/>
          <ac:spMkLst>
            <pc:docMk/>
            <pc:sldMk cId="2305099758" sldId="2147479020"/>
            <ac:spMk id="7" creationId="{800FE11F-09B7-3AAE-0810-1A19B30077C4}"/>
          </ac:spMkLst>
        </pc:spChg>
        <pc:picChg chg="add mod">
          <ac:chgData name="Ray Coulstock" userId="32d60e15f1384047" providerId="LiveId" clId="{7326A5DA-AC13-434D-BBCB-56E6A11702D1}" dt="2026-09-07T13:32:44.488" v="88" actId="1076"/>
          <ac:picMkLst>
            <pc:docMk/>
            <pc:sldMk cId="2305099758" sldId="2147479020"/>
            <ac:picMk id="5" creationId="{9061AEE1-DCB4-6DBB-B53A-585B256FA6F3}"/>
          </ac:picMkLst>
        </pc:picChg>
      </pc:sldChg>
      <pc:sldChg chg="add">
        <pc:chgData name="Ray Coulstock" userId="32d60e15f1384047" providerId="LiveId" clId="{7326A5DA-AC13-434D-BBCB-56E6A11702D1}" dt="2026-09-11T13:08:03.780" v="618"/>
        <pc:sldMkLst>
          <pc:docMk/>
          <pc:sldMk cId="3297649097" sldId="2147479021"/>
        </pc:sldMkLst>
      </pc:sldChg>
      <pc:sldChg chg="addSp delSp modSp new del mod">
        <pc:chgData name="Ray Coulstock" userId="32d60e15f1384047" providerId="LiveId" clId="{7326A5DA-AC13-434D-BBCB-56E6A11702D1}" dt="2026-09-11T13:08:01.016" v="617" actId="2696"/>
        <pc:sldMkLst>
          <pc:docMk/>
          <pc:sldMk cId="3530878876" sldId="2147479021"/>
        </pc:sldMkLst>
      </pc:sldChg>
      <pc:sldChg chg="addSp delSp modSp add del mod">
        <pc:chgData name="Ray Coulstock" userId="32d60e15f1384047" providerId="LiveId" clId="{7326A5DA-AC13-434D-BBCB-56E6A11702D1}" dt="2026-09-11T10:22:25.564" v="218" actId="2696"/>
        <pc:sldMkLst>
          <pc:docMk/>
          <pc:sldMk cId="2774522791" sldId="2147479022"/>
        </pc:sldMkLst>
      </pc:sldChg>
      <pc:sldChg chg="addSp delSp modSp add del mod">
        <pc:chgData name="Ray Coulstock" userId="32d60e15f1384047" providerId="LiveId" clId="{7326A5DA-AC13-434D-BBCB-56E6A11702D1}" dt="2026-09-11T13:08:01.016" v="617" actId="2696"/>
        <pc:sldMkLst>
          <pc:docMk/>
          <pc:sldMk cId="2426952501" sldId="2147479023"/>
        </pc:sldMkLst>
      </pc:sldChg>
      <pc:sldChg chg="add">
        <pc:chgData name="Ray Coulstock" userId="32d60e15f1384047" providerId="LiveId" clId="{7326A5DA-AC13-434D-BBCB-56E6A11702D1}" dt="2026-09-11T13:08:03.780" v="618"/>
        <pc:sldMkLst>
          <pc:docMk/>
          <pc:sldMk cId="3329245172" sldId="2147479023"/>
        </pc:sldMkLst>
      </pc:sldChg>
      <pc:sldChg chg="modSp add del ord">
        <pc:chgData name="Ray Coulstock" userId="32d60e15f1384047" providerId="LiveId" clId="{7326A5DA-AC13-434D-BBCB-56E6A11702D1}" dt="2026-09-11T13:10:52.173" v="626" actId="2696"/>
        <pc:sldMkLst>
          <pc:docMk/>
          <pc:sldMk cId="3173028288" sldId="2147479024"/>
        </pc:sldMkLst>
      </pc:sldChg>
      <pc:sldChg chg="addSp delSp modSp new del mod">
        <pc:chgData name="Ray Coulstock" userId="32d60e15f1384047" providerId="LiveId" clId="{7326A5DA-AC13-434D-BBCB-56E6A11702D1}" dt="2026-09-11T13:09:24.756" v="620" actId="47"/>
        <pc:sldMkLst>
          <pc:docMk/>
          <pc:sldMk cId="2640580849" sldId="2147479025"/>
        </pc:sldMkLst>
      </pc:sldChg>
      <pc:sldChg chg="add">
        <pc:chgData name="Ray Coulstock" userId="32d60e15f1384047" providerId="LiveId" clId="{7326A5DA-AC13-434D-BBCB-56E6A11702D1}" dt="2026-09-11T13:09:49.897" v="622"/>
        <pc:sldMkLst>
          <pc:docMk/>
          <pc:sldMk cId="1319367256" sldId="2147479026"/>
        </pc:sldMkLst>
      </pc:sldChg>
      <pc:sldChg chg="modSp new del mod">
        <pc:chgData name="Ray Coulstock" userId="32d60e15f1384047" providerId="LiveId" clId="{7326A5DA-AC13-434D-BBCB-56E6A11702D1}" dt="2026-09-11T13:09:32.888" v="621" actId="2696"/>
        <pc:sldMkLst>
          <pc:docMk/>
          <pc:sldMk cId="2338657052" sldId="2147479026"/>
        </pc:sldMkLst>
      </pc:sldChg>
      <pc:sldChg chg="addSp delSp modSp new del mod">
        <pc:chgData name="Ray Coulstock" userId="32d60e15f1384047" providerId="LiveId" clId="{7326A5DA-AC13-434D-BBCB-56E6A11702D1}" dt="2026-09-11T13:11:17.122" v="628" actId="47"/>
        <pc:sldMkLst>
          <pc:docMk/>
          <pc:sldMk cId="2153248698" sldId="2147479027"/>
        </pc:sldMkLst>
      </pc:sldChg>
      <pc:sldChg chg="addSp delSp modSp add mod modShow">
        <pc:chgData name="Ray Coulstock" userId="32d60e15f1384047" providerId="LiveId" clId="{7326A5DA-AC13-434D-BBCB-56E6A11702D1}" dt="2026-09-11T13:11:37.768" v="629" actId="729"/>
        <pc:sldMkLst>
          <pc:docMk/>
          <pc:sldMk cId="4185088054" sldId="2147479028"/>
        </pc:sldMkLst>
        <pc:spChg chg="mod">
          <ac:chgData name="Ray Coulstock" userId="32d60e15f1384047" providerId="LiveId" clId="{7326A5DA-AC13-434D-BBCB-56E6A11702D1}" dt="2026-09-07T13:39:32.042" v="167" actId="20577"/>
          <ac:spMkLst>
            <pc:docMk/>
            <pc:sldMk cId="4185088054" sldId="2147479028"/>
            <ac:spMk id="2" creationId="{F036A70E-5C81-1AB9-B44F-0E09DA2843A9}"/>
          </ac:spMkLst>
        </pc:spChg>
        <pc:spChg chg="add mod">
          <ac:chgData name="Ray Coulstock" userId="32d60e15f1384047" providerId="LiveId" clId="{7326A5DA-AC13-434D-BBCB-56E6A11702D1}" dt="2026-09-07T13:40:16.744" v="179" actId="1076"/>
          <ac:spMkLst>
            <pc:docMk/>
            <pc:sldMk cId="4185088054" sldId="2147479028"/>
            <ac:spMk id="7" creationId="{B21A905F-1B6E-AE60-6567-A10B499AE245}"/>
          </ac:spMkLst>
        </pc:spChg>
        <pc:picChg chg="add mod">
          <ac:chgData name="Ray Coulstock" userId="32d60e15f1384047" providerId="LiveId" clId="{7326A5DA-AC13-434D-BBCB-56E6A11702D1}" dt="2026-09-07T13:40:13.653" v="178" actId="1076"/>
          <ac:picMkLst>
            <pc:docMk/>
            <pc:sldMk cId="4185088054" sldId="2147479028"/>
            <ac:picMk id="5" creationId="{2E28D466-39F4-827F-5960-9B2D5D64C80D}"/>
          </ac:picMkLst>
        </pc:picChg>
      </pc:sldChg>
      <pc:sldChg chg="addSp delSp modSp add mod modShow">
        <pc:chgData name="Ray Coulstock" userId="32d60e15f1384047" providerId="LiveId" clId="{7326A5DA-AC13-434D-BBCB-56E6A11702D1}" dt="2026-09-11T13:11:37.768" v="629" actId="729"/>
        <pc:sldMkLst>
          <pc:docMk/>
          <pc:sldMk cId="1675040762" sldId="2147479029"/>
        </pc:sldMkLst>
        <pc:spChg chg="mod">
          <ac:chgData name="Ray Coulstock" userId="32d60e15f1384047" providerId="LiveId" clId="{7326A5DA-AC13-434D-BBCB-56E6A11702D1}" dt="2026-09-07T13:40:51.537" v="181" actId="20577"/>
          <ac:spMkLst>
            <pc:docMk/>
            <pc:sldMk cId="1675040762" sldId="2147479029"/>
            <ac:spMk id="2" creationId="{722CAC6C-D135-520B-D23E-86FFA3D501C6}"/>
          </ac:spMkLst>
        </pc:spChg>
        <pc:spChg chg="add mod">
          <ac:chgData name="Ray Coulstock" userId="32d60e15f1384047" providerId="LiveId" clId="{7326A5DA-AC13-434D-BBCB-56E6A11702D1}" dt="2026-09-07T13:41:07.535" v="185" actId="1076"/>
          <ac:spMkLst>
            <pc:docMk/>
            <pc:sldMk cId="1675040762" sldId="2147479029"/>
            <ac:spMk id="5" creationId="{27941411-4AA8-5DE3-2924-6EEF3C3BE5FD}"/>
          </ac:spMkLst>
        </pc:spChg>
        <pc:spChg chg="add mod">
          <ac:chgData name="Ray Coulstock" userId="32d60e15f1384047" providerId="LiveId" clId="{7326A5DA-AC13-434D-BBCB-56E6A11702D1}" dt="2026-09-07T13:41:32.546" v="191" actId="1076"/>
          <ac:spMkLst>
            <pc:docMk/>
            <pc:sldMk cId="1675040762" sldId="2147479029"/>
            <ac:spMk id="9" creationId="{2D6FA712-C626-F51E-C197-6AB6D34E2FE6}"/>
          </ac:spMkLst>
        </pc:spChg>
        <pc:picChg chg="add mod">
          <ac:chgData name="Ray Coulstock" userId="32d60e15f1384047" providerId="LiveId" clId="{7326A5DA-AC13-434D-BBCB-56E6A11702D1}" dt="2026-09-07T13:41:20.472" v="188" actId="1076"/>
          <ac:picMkLst>
            <pc:docMk/>
            <pc:sldMk cId="1675040762" sldId="2147479029"/>
            <ac:picMk id="7" creationId="{7CEF238C-0EFD-A82A-6A3C-4F24240B9177}"/>
          </ac:picMkLst>
        </pc:picChg>
      </pc:sldChg>
      <pc:sldChg chg="add ord">
        <pc:chgData name="Ray Coulstock" userId="32d60e15f1384047" providerId="LiveId" clId="{7326A5DA-AC13-434D-BBCB-56E6A11702D1}" dt="2026-09-11T14:01:07.397" v="631"/>
        <pc:sldMkLst>
          <pc:docMk/>
          <pc:sldMk cId="2071759942" sldId="2147479030"/>
        </pc:sldMkLst>
      </pc:sldChg>
      <pc:sldChg chg="modSp new del mod">
        <pc:chgData name="Ray Coulstock" userId="32d60e15f1384047" providerId="LiveId" clId="{7326A5DA-AC13-434D-BBCB-56E6A11702D1}" dt="2026-09-11T13:10:29.298" v="623" actId="2696"/>
        <pc:sldMkLst>
          <pc:docMk/>
          <pc:sldMk cId="4215463375" sldId="2147479030"/>
        </pc:sldMkLst>
      </pc:sldChg>
      <pc:sldChg chg="addSp delSp modSp add del mod">
        <pc:chgData name="Ray Coulstock" userId="32d60e15f1384047" providerId="LiveId" clId="{7326A5DA-AC13-434D-BBCB-56E6A11702D1}" dt="2026-09-11T13:10:29.298" v="623" actId="2696"/>
        <pc:sldMkLst>
          <pc:docMk/>
          <pc:sldMk cId="3163866761" sldId="2147479031"/>
        </pc:sldMkLst>
      </pc:sldChg>
      <pc:sldChg chg="add ord">
        <pc:chgData name="Ray Coulstock" userId="32d60e15f1384047" providerId="LiveId" clId="{7326A5DA-AC13-434D-BBCB-56E6A11702D1}" dt="2026-09-11T14:01:07.397" v="631"/>
        <pc:sldMkLst>
          <pc:docMk/>
          <pc:sldMk cId="3661034444" sldId="2147479031"/>
        </pc:sldMkLst>
      </pc:sldChg>
      <pc:sldChg chg="addSp delSp modSp add del mod">
        <pc:chgData name="Ray Coulstock" userId="32d60e15f1384047" providerId="LiveId" clId="{7326A5DA-AC13-434D-BBCB-56E6A11702D1}" dt="2026-09-11T13:10:29.298" v="623" actId="2696"/>
        <pc:sldMkLst>
          <pc:docMk/>
          <pc:sldMk cId="2663249077" sldId="2147479032"/>
        </pc:sldMkLst>
      </pc:sldChg>
      <pc:sldChg chg="add ord">
        <pc:chgData name="Ray Coulstock" userId="32d60e15f1384047" providerId="LiveId" clId="{7326A5DA-AC13-434D-BBCB-56E6A11702D1}" dt="2026-09-11T14:01:07.397" v="631"/>
        <pc:sldMkLst>
          <pc:docMk/>
          <pc:sldMk cId="3571827668" sldId="2147479032"/>
        </pc:sldMkLst>
      </pc:sldChg>
      <pc:sldChg chg="add">
        <pc:chgData name="Ray Coulstock" userId="32d60e15f1384047" providerId="LiveId" clId="{7326A5DA-AC13-434D-BBCB-56E6A11702D1}" dt="2026-09-07T13:46:09.713" v="216"/>
        <pc:sldMkLst>
          <pc:docMk/>
          <pc:sldMk cId="724677755" sldId="2147479033"/>
        </pc:sldMkLst>
      </pc:sldChg>
      <pc:sldChg chg="addSp delSp modSp new del mod">
        <pc:chgData name="Ray Coulstock" userId="32d60e15f1384047" providerId="LiveId" clId="{7326A5DA-AC13-434D-BBCB-56E6A11702D1}" dt="2026-09-11T13:11:03.884" v="627" actId="47"/>
        <pc:sldMkLst>
          <pc:docMk/>
          <pc:sldMk cId="2237239503" sldId="2147479034"/>
        </pc:sldMkLst>
        <pc:spChg chg="mod">
          <ac:chgData name="Ray Coulstock" userId="32d60e15f1384047" providerId="LiveId" clId="{7326A5DA-AC13-434D-BBCB-56E6A11702D1}" dt="2026-09-11T12:56:46.047" v="247" actId="20577"/>
          <ac:spMkLst>
            <pc:docMk/>
            <pc:sldMk cId="2237239503" sldId="2147479034"/>
            <ac:spMk id="2" creationId="{25824D73-0437-8C06-85E4-E6C281C1FD6C}"/>
          </ac:spMkLst>
        </pc:spChg>
        <pc:spChg chg="mod">
          <ac:chgData name="Ray Coulstock" userId="32d60e15f1384047" providerId="LiveId" clId="{7326A5DA-AC13-434D-BBCB-56E6A11702D1}" dt="2026-09-11T12:56:02.724" v="229" actId="14100"/>
          <ac:spMkLst>
            <pc:docMk/>
            <pc:sldMk cId="2237239503" sldId="2147479034"/>
            <ac:spMk id="3" creationId="{AB7DD72F-AE81-2669-C67C-57D7526991A2}"/>
          </ac:spMkLst>
        </pc:spChg>
        <pc:spChg chg="add del">
          <ac:chgData name="Ray Coulstock" userId="32d60e15f1384047" providerId="LiveId" clId="{7326A5DA-AC13-434D-BBCB-56E6A11702D1}" dt="2026-09-11T13:00:39.554" v="249" actId="478"/>
          <ac:spMkLst>
            <pc:docMk/>
            <pc:sldMk cId="2237239503" sldId="2147479034"/>
            <ac:spMk id="5" creationId="{693EB894-87A8-6E1B-4C81-347FF0BE809A}"/>
          </ac:spMkLst>
        </pc:spChg>
      </pc:sldChg>
      <pc:sldChg chg="add del">
        <pc:chgData name="Ray Coulstock" userId="32d60e15f1384047" providerId="LiveId" clId="{7326A5DA-AC13-434D-BBCB-56E6A11702D1}" dt="2026-09-11T13:00:46.144" v="251" actId="47"/>
        <pc:sldMkLst>
          <pc:docMk/>
          <pc:sldMk cId="134121109" sldId="2147479035"/>
        </pc:sldMkLst>
      </pc:sldChg>
      <pc:sldChg chg="modSp add mod">
        <pc:chgData name="Ray Coulstock" userId="32d60e15f1384047" providerId="LiveId" clId="{7326A5DA-AC13-434D-BBCB-56E6A11702D1}" dt="2026-09-11T13:02:52.722" v="268" actId="20577"/>
        <pc:sldMkLst>
          <pc:docMk/>
          <pc:sldMk cId="301112418" sldId="2147479035"/>
        </pc:sldMkLst>
        <pc:spChg chg="mod">
          <ac:chgData name="Ray Coulstock" userId="32d60e15f1384047" providerId="LiveId" clId="{7326A5DA-AC13-434D-BBCB-56E6A11702D1}" dt="2026-09-11T13:01:32.097" v="257" actId="14100"/>
          <ac:spMkLst>
            <pc:docMk/>
            <pc:sldMk cId="301112418" sldId="2147479035"/>
            <ac:spMk id="4" creationId="{593D37F3-4478-F30D-2CD9-C097479D1F9C}"/>
          </ac:spMkLst>
        </pc:spChg>
        <pc:spChg chg="mod">
          <ac:chgData name="Ray Coulstock" userId="32d60e15f1384047" providerId="LiveId" clId="{7326A5DA-AC13-434D-BBCB-56E6A11702D1}" dt="2026-09-11T13:02:52.722" v="268" actId="20577"/>
          <ac:spMkLst>
            <pc:docMk/>
            <pc:sldMk cId="301112418" sldId="2147479035"/>
            <ac:spMk id="5" creationId="{50B7168E-77DD-B29C-A7C5-3F453C120697}"/>
          </ac:spMkLst>
        </pc:spChg>
      </pc:sldChg>
      <pc:sldChg chg="modSp add mod">
        <pc:chgData name="Ray Coulstock" userId="32d60e15f1384047" providerId="LiveId" clId="{7326A5DA-AC13-434D-BBCB-56E6A11702D1}" dt="2026-09-11T13:06:51.817" v="614" actId="20577"/>
        <pc:sldMkLst>
          <pc:docMk/>
          <pc:sldMk cId="3414657636" sldId="2147479036"/>
        </pc:sldMkLst>
        <pc:spChg chg="mod">
          <ac:chgData name="Ray Coulstock" userId="32d60e15f1384047" providerId="LiveId" clId="{7326A5DA-AC13-434D-BBCB-56E6A11702D1}" dt="2026-09-11T13:05:21.030" v="431" actId="313"/>
          <ac:spMkLst>
            <pc:docMk/>
            <pc:sldMk cId="3414657636" sldId="2147479036"/>
            <ac:spMk id="4" creationId="{4C34FB3E-E6C7-63A8-6C1A-170538020166}"/>
          </ac:spMkLst>
        </pc:spChg>
        <pc:spChg chg="mod">
          <ac:chgData name="Ray Coulstock" userId="32d60e15f1384047" providerId="LiveId" clId="{7326A5DA-AC13-434D-BBCB-56E6A11702D1}" dt="2026-09-11T13:06:51.817" v="614" actId="20577"/>
          <ac:spMkLst>
            <pc:docMk/>
            <pc:sldMk cId="3414657636" sldId="2147479036"/>
            <ac:spMk id="5" creationId="{DCC5952A-2727-A2F9-6FB4-6F9A1EEE6AF7}"/>
          </ac:spMkLst>
        </pc:spChg>
      </pc:sldChg>
      <pc:sldChg chg="modSp add mod">
        <pc:chgData name="Ray Coulstock" userId="32d60e15f1384047" providerId="LiveId" clId="{7326A5DA-AC13-434D-BBCB-56E6A11702D1}" dt="2026-09-11T14:03:45.508" v="634" actId="20577"/>
        <pc:sldMkLst>
          <pc:docMk/>
          <pc:sldMk cId="1580484623" sldId="2147479037"/>
        </pc:sldMkLst>
        <pc:spChg chg="mod">
          <ac:chgData name="Ray Coulstock" userId="32d60e15f1384047" providerId="LiveId" clId="{7326A5DA-AC13-434D-BBCB-56E6A11702D1}" dt="2026-09-11T14:03:45.508" v="634" actId="20577"/>
          <ac:spMkLst>
            <pc:docMk/>
            <pc:sldMk cId="1580484623" sldId="2147479037"/>
            <ac:spMk id="4" creationId="{898C627C-4476-078F-5D3D-BA1982D424C7}"/>
          </ac:spMkLst>
        </pc:spChg>
        <pc:spChg chg="mod">
          <ac:chgData name="Ray Coulstock" userId="32d60e15f1384047" providerId="LiveId" clId="{7326A5DA-AC13-434D-BBCB-56E6A11702D1}" dt="2026-09-11T13:04:13.706" v="326" actId="20577"/>
          <ac:spMkLst>
            <pc:docMk/>
            <pc:sldMk cId="1580484623" sldId="2147479037"/>
            <ac:spMk id="5" creationId="{74E62821-1817-D933-1992-68D5CB7BE21C}"/>
          </ac:spMkLst>
        </pc:spChg>
      </pc:sldChg>
      <pc:sldChg chg="add">
        <pc:chgData name="Ray Coulstock" userId="32d60e15f1384047" providerId="LiveId" clId="{7326A5DA-AC13-434D-BBCB-56E6A11702D1}" dt="2026-09-11T13:07:48.641" v="616"/>
        <pc:sldMkLst>
          <pc:docMk/>
          <pc:sldMk cId="1001597140" sldId="2147479038"/>
        </pc:sldMkLst>
      </pc:sldChg>
      <pc:sldChg chg="add del">
        <pc:chgData name="Ray Coulstock" userId="32d60e15f1384047" providerId="LiveId" clId="{7326A5DA-AC13-434D-BBCB-56E6A11702D1}" dt="2026-09-11T13:10:43.411" v="625" actId="47"/>
        <pc:sldMkLst>
          <pc:docMk/>
          <pc:sldMk cId="1538213489" sldId="21474790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657D318-F4E2-7085-40E8-4EF0A6C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0FF1A835-60B6-5804-17E7-D7C7F9B4E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0" name="Google Shape;280;p11:notes">
            <a:extLst>
              <a:ext uri="{FF2B5EF4-FFF2-40B4-BE49-F238E27FC236}">
                <a16:creationId xmlns:a16="http://schemas.microsoft.com/office/drawing/2014/main" id="{7482B49B-B8D2-533B-CFC2-5620014C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>
            <a:extLst>
              <a:ext uri="{FF2B5EF4-FFF2-40B4-BE49-F238E27FC236}">
                <a16:creationId xmlns:a16="http://schemas.microsoft.com/office/drawing/2014/main" id="{172D18B3-2E7E-CFD6-296E-F8B51DDA7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B06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73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23AAB22-4F93-BA18-1C86-6962B5C6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854A4FF9-9A60-9B1D-FD84-2D770D9E5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24AD7D13-C5DB-7748-CBF3-4EE1EFB3D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656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657D318-F4E2-7085-40E8-4EF0A6C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0FF1A835-60B6-5804-17E7-D7C7F9B4E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0" name="Google Shape;280;p11:notes">
            <a:extLst>
              <a:ext uri="{FF2B5EF4-FFF2-40B4-BE49-F238E27FC236}">
                <a16:creationId xmlns:a16="http://schemas.microsoft.com/office/drawing/2014/main" id="{7482B49B-B8D2-533B-CFC2-5620014C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>
            <a:extLst>
              <a:ext uri="{FF2B5EF4-FFF2-40B4-BE49-F238E27FC236}">
                <a16:creationId xmlns:a16="http://schemas.microsoft.com/office/drawing/2014/main" id="{172D18B3-2E7E-CFD6-296E-F8B51DDA7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B06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73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77781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796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322295" y="2347257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6096000" y="2"/>
            <a:ext cx="5044440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1600"/>
              <a:buFont typeface="Inter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922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28" y="6417576"/>
            <a:ext cx="1131347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19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Content slid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739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720" r:id="rId5"/>
    <p:sldLayoutId id="2147483721" r:id="rId6"/>
    <p:sldLayoutId id="2147483666" r:id="rId7"/>
    <p:sldLayoutId id="2147483688" r:id="rId8"/>
    <p:sldLayoutId id="2147483709" r:id="rId9"/>
    <p:sldLayoutId id="2147483667" r:id="rId10"/>
    <p:sldLayoutId id="2147483713" r:id="rId11"/>
    <p:sldLayoutId id="2147483689" r:id="rId12"/>
    <p:sldLayoutId id="2147483669" r:id="rId13"/>
    <p:sldLayoutId id="2147483711" r:id="rId14"/>
    <p:sldLayoutId id="2147483712" r:id="rId15"/>
    <p:sldLayoutId id="2147483672" r:id="rId16"/>
    <p:sldLayoutId id="2147483714" r:id="rId17"/>
    <p:sldLayoutId id="2147483715" r:id="rId18"/>
    <p:sldLayoutId id="2147483697" r:id="rId19"/>
    <p:sldLayoutId id="2147483673" r:id="rId20"/>
    <p:sldLayoutId id="2147483687" r:id="rId21"/>
    <p:sldLayoutId id="2147483710" r:id="rId22"/>
    <p:sldLayoutId id="2147483716" r:id="rId23"/>
    <p:sldLayoutId id="2147483717" r:id="rId24"/>
    <p:sldLayoutId id="2147483722" r:id="rId25"/>
    <p:sldLayoutId id="214748372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377">
              <a:buClr>
                <a:srgbClr val="000000"/>
              </a:buClr>
              <a:defRPr/>
            </a:pPr>
            <a:fld id="{00000000-1234-1234-1234-123412341234}" type="slidenum">
              <a:rPr lang="en-GB" kern="0"/>
              <a:pPr defTabSz="914377">
                <a:buClr>
                  <a:srgbClr val="000000"/>
                </a:buClr>
                <a:defRPr/>
              </a:pPr>
              <a:t>1</a:t>
            </a:fld>
            <a:endParaRPr kern="0"/>
          </a:p>
        </p:txBody>
      </p:sp>
      <p:grpSp>
        <p:nvGrpSpPr>
          <p:cNvPr id="103" name="Google Shape;103;p1"/>
          <p:cNvGrpSpPr/>
          <p:nvPr/>
        </p:nvGrpSpPr>
        <p:grpSpPr>
          <a:xfrm>
            <a:off x="1322293" y="4300532"/>
            <a:ext cx="2426747" cy="420423"/>
            <a:chOff x="1322294" y="3865281"/>
            <a:chExt cx="2426746" cy="420423"/>
          </a:xfrm>
        </p:grpSpPr>
        <p:pic>
          <p:nvPicPr>
            <p:cNvPr id="104" name="Google Shape;10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2294" y="3865281"/>
              <a:ext cx="2426746" cy="420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 txBox="1"/>
            <p:nvPr/>
          </p:nvSpPr>
          <p:spPr>
            <a:xfrm>
              <a:off x="1322294" y="3906214"/>
              <a:ext cx="2426746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14377">
                <a:buClr>
                  <a:srgbClr val="000000"/>
                </a:buClr>
                <a:defRPr/>
              </a:pPr>
              <a:r>
                <a:rPr lang="en-GB" sz="1600" b="1" kern="0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August / September 2026</a:t>
              </a:r>
              <a:endParaRPr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597" y="258945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2">
            <a:extLst>
              <a:ext uri="{FF2B5EF4-FFF2-40B4-BE49-F238E27FC236}">
                <a16:creationId xmlns:a16="http://schemas.microsoft.com/office/drawing/2014/main" id="{C19F670E-FFC2-5B3A-71FE-F724D85A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2137297"/>
            <a:ext cx="5425016" cy="2163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Everway SDET</a:t>
            </a:r>
            <a:endParaRPr lang="en-US" sz="4000" dirty="0"/>
          </a:p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Program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43E-E3DD-B0BB-586D-51DBAE2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FE6A-61C1-F97C-4A21-6A95FCA2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Session timings 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1F40A-51E1-27CF-453E-9945407679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US" b="1" dirty="0"/>
              <a:t>Start and finish</a:t>
            </a:r>
            <a:r>
              <a:rPr lang="en-US" dirty="0"/>
              <a:t> </a:t>
            </a:r>
          </a:p>
          <a:p>
            <a:r>
              <a:rPr lang="en-US" dirty="0"/>
              <a:t>13:00 – 17:00</a:t>
            </a:r>
          </a:p>
          <a:p>
            <a:pPr marL="228600" indent="0">
              <a:buNone/>
            </a:pPr>
            <a:r>
              <a:rPr lang="en-US" b="1" dirty="0"/>
              <a:t>Breaks </a:t>
            </a:r>
          </a:p>
          <a:p>
            <a:r>
              <a:rPr lang="en-US" dirty="0"/>
              <a:t>14:00 – 14:10</a:t>
            </a:r>
          </a:p>
          <a:p>
            <a:r>
              <a:rPr lang="en-US" dirty="0"/>
              <a:t>15.50 – 16:00 </a:t>
            </a:r>
          </a:p>
          <a:p>
            <a:pPr marL="22860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FC78-D224-C9AD-1CCD-C3D081E99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7961" y="1521725"/>
            <a:ext cx="3116428" cy="31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4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06041E8-3D55-8ED7-96F5-0AFA1D84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803" y="102358"/>
            <a:ext cx="7917002" cy="55409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308550-6CCF-9E33-AC83-46CF100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Housekeeping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CC1B9-43FF-90C7-CF32-4CCACEC7EDD1}"/>
              </a:ext>
            </a:extLst>
          </p:cNvPr>
          <p:cNvSpPr txBox="1"/>
          <p:nvPr/>
        </p:nvSpPr>
        <p:spPr>
          <a:xfrm>
            <a:off x="454211" y="1171883"/>
            <a:ext cx="35991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Feel free to interrupt </a:t>
            </a:r>
          </a:p>
          <a:p>
            <a:r>
              <a:rPr lang="en-US" sz="2400"/>
              <a:t>the trainer at any </a:t>
            </a:r>
          </a:p>
          <a:p>
            <a:r>
              <a:rPr lang="en-US" sz="2400"/>
              <a:t>time - you don’t </a:t>
            </a:r>
          </a:p>
          <a:p>
            <a:r>
              <a:rPr lang="en-US" sz="2400"/>
              <a:t>need to </a:t>
            </a:r>
          </a:p>
          <a:p>
            <a:r>
              <a:rPr lang="en-US" sz="2400"/>
              <a:t>raise your </a:t>
            </a:r>
          </a:p>
          <a:p>
            <a:r>
              <a:rPr lang="en-US" sz="2400"/>
              <a:t>hand!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72DBE-6F39-F92B-16B1-49903841CEA8}"/>
              </a:ext>
            </a:extLst>
          </p:cNvPr>
          <p:cNvSpPr txBox="1"/>
          <p:nvPr/>
        </p:nvSpPr>
        <p:spPr>
          <a:xfrm>
            <a:off x="454211" y="4073689"/>
            <a:ext cx="3937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Stay muted </a:t>
            </a:r>
          </a:p>
          <a:p>
            <a:r>
              <a:rPr lang="en-US" sz="2400"/>
              <a:t>but be ready </a:t>
            </a:r>
          </a:p>
          <a:p>
            <a:r>
              <a:rPr lang="en-US" sz="2400"/>
              <a:t>to regularly un-</a:t>
            </a:r>
          </a:p>
          <a:p>
            <a:r>
              <a:rPr lang="en-US" sz="2400"/>
              <a:t>mute and join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4C6A8-E883-52AD-BE74-556E03440008}"/>
              </a:ext>
            </a:extLst>
          </p:cNvPr>
          <p:cNvSpPr txBox="1"/>
          <p:nvPr/>
        </p:nvSpPr>
        <p:spPr>
          <a:xfrm>
            <a:off x="7533566" y="1910546"/>
            <a:ext cx="189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91A24"/>
                </a:solidFill>
              </a:rPr>
              <a:t>Keep your </a:t>
            </a:r>
          </a:p>
          <a:p>
            <a:r>
              <a:rPr lang="en-US" sz="2400">
                <a:solidFill>
                  <a:srgbClr val="191A24"/>
                </a:solidFill>
              </a:rPr>
              <a:t>camera </a:t>
            </a:r>
            <a:r>
              <a:rPr lang="en-US" sz="2400" b="1">
                <a:solidFill>
                  <a:srgbClr val="191A24"/>
                </a:solidFill>
              </a:rPr>
              <a:t>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F7EEE-F773-326B-BB75-B6BA48FFEE27}"/>
              </a:ext>
            </a:extLst>
          </p:cNvPr>
          <p:cNvSpPr txBox="1"/>
          <p:nvPr/>
        </p:nvSpPr>
        <p:spPr>
          <a:xfrm>
            <a:off x="7730105" y="4549731"/>
            <a:ext cx="3196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Turn phones to silent, and close your email</a:t>
            </a:r>
          </a:p>
        </p:txBody>
      </p:sp>
    </p:spTree>
    <p:extLst>
      <p:ext uri="{BB962C8B-B14F-4D97-AF65-F5344CB8AC3E}">
        <p14:creationId xmlns:p14="http://schemas.microsoft.com/office/powerpoint/2010/main" val="249633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F29BC0E-9521-5B82-C29E-42E7A7DC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27197E-0BDC-446C-90EC-3FEDD4E9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  <a:sym typeface="+mn-lt"/>
              </a:rPr>
              <a:t>Shift-Left Program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B41D05-8210-B288-FF1D-928D8D8D7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52" y="870681"/>
            <a:ext cx="5893248" cy="27046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What we are going to cover in this program. 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A020AD-66AE-789F-56DD-09F23A2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75" y="1682179"/>
            <a:ext cx="3474546" cy="1570068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1 – Think like an SDET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Shift-left, quality ownership, Testing Pyramid, Playwright foundations.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API testing with Postman, AI-enabled testing, assessment.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BDD3E-ED4B-7B6A-16ED-34966150635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8967" y="1682178"/>
            <a:ext cx="3383001" cy="3667744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2 – Engineer a quality solution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Playwright suites, AI in practice, Pact, JMeter.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Build a broader automated testing strategy rather than simply automate UI tests.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Developer coaching, testability, exploratory testing.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Operate as an embedded SDET who improves the team’s engineering practices.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449FFD-119E-FB15-DD4C-BE361CBE96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6350" indent="0"/>
            <a:r>
              <a:rPr lang="en-US" sz="1600" b="1" dirty="0"/>
              <a:t>Phase 3 - Hackathon</a:t>
            </a:r>
          </a:p>
          <a:p>
            <a:pPr marL="6350" indent="0"/>
            <a:endParaRPr lang="en-US" sz="1600" dirty="0"/>
          </a:p>
          <a:p>
            <a:pPr marL="6350" indent="0" algn="ctr"/>
            <a:r>
              <a:rPr lang="en-US" sz="1600" dirty="0"/>
              <a:t>Coming Soon.</a:t>
            </a:r>
          </a:p>
        </p:txBody>
      </p:sp>
      <p:pic>
        <p:nvPicPr>
          <p:cNvPr id="285" name="Google Shape;285;p11">
            <a:extLst>
              <a:ext uri="{FF2B5EF4-FFF2-40B4-BE49-F238E27FC236}">
                <a16:creationId xmlns:a16="http://schemas.microsoft.com/office/drawing/2014/main" id="{34BA6FC0-D760-7984-86F9-DDB9AE92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78838B98-6B3F-A3C2-D928-0FB2FA12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008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EE9CEA-F851-DC7A-060E-534031DB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8212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6654C-AEC8-FD0D-EABA-3366C5E0E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63" y="3580422"/>
            <a:ext cx="2262117" cy="150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8DFC6-7438-DFE0-8007-B1343FC05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334" y="3524980"/>
            <a:ext cx="2342734" cy="15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4502F38-7AA3-D6BF-B45A-6A7B77EC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B2E48A43-4877-BC4D-074A-A1609CFF0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2 Day 4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84F44B22-1C6C-4D74-81A6-92F248C59C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F884D-57DE-63C1-CA7B-32880A29ABC5}"/>
              </a:ext>
            </a:extLst>
          </p:cNvPr>
          <p:cNvSpPr txBox="1"/>
          <p:nvPr/>
        </p:nvSpPr>
        <p:spPr>
          <a:xfrm>
            <a:off x="1636579" y="2514145"/>
            <a:ext cx="4921876" cy="276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Developer Coaching in Practice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Designing for Testability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Exploratory Testing as a Craft</a:t>
            </a: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267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Phase 2 Assessment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9072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8EC-A6F7-DF68-2B3E-B9B09E7D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SDET as a Quality Advocate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16E8-32AD-65F5-F8AC-1FD67BAF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b="1" dirty="0"/>
              <a:t>Today's question:</a:t>
            </a:r>
            <a:r>
              <a:rPr lang="en-GB" dirty="0"/>
              <a:t> What if the best way to improve testing is to change the software?</a:t>
            </a:r>
          </a:p>
        </p:txBody>
      </p:sp>
    </p:spTree>
    <p:extLst>
      <p:ext uri="{BB962C8B-B14F-4D97-AF65-F5344CB8AC3E}">
        <p14:creationId xmlns:p14="http://schemas.microsoft.com/office/powerpoint/2010/main" val="43250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09EE-ABDE-A02F-38DC-FB3E8A7E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— Engineering the Signal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82F42-B14D-93CC-3349-7CD097ACA3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When does a fixture improve independence?</a:t>
            </a:r>
          </a:p>
          <a:p>
            <a:pPr lvl="0"/>
            <a:r>
              <a:rPr lang="en-GB" dirty="0"/>
              <a:t>What problem should a Page Object solve?</a:t>
            </a:r>
          </a:p>
          <a:p>
            <a:pPr lvl="0"/>
            <a:r>
              <a:rPr lang="en-GB" dirty="0"/>
              <a:t>Why is a retry not a flake fix?</a:t>
            </a:r>
          </a:p>
          <a:p>
            <a:pPr lvl="0"/>
            <a:r>
              <a:rPr lang="en-GB" dirty="0"/>
              <a:t>What does the </a:t>
            </a:r>
            <a:r>
              <a:rPr lang="en-GB" dirty="0" err="1"/>
              <a:t>NeuroPulse</a:t>
            </a:r>
            <a:r>
              <a:rPr lang="en-GB" dirty="0"/>
              <a:t> consumer expect from the simulator?</a:t>
            </a:r>
          </a:p>
          <a:p>
            <a:pPr lvl="0"/>
            <a:r>
              <a:rPr lang="en-GB" dirty="0"/>
              <a:t>Why might p95 matter more than an average?</a:t>
            </a:r>
          </a:p>
          <a:p>
            <a:pPr marL="228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647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8534-366A-50CA-14DC-1CD824FF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Today's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93721-6835-97A9-5C60-57EF926F90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dirty="0"/>
              <a:t>By the end, you can:</a:t>
            </a:r>
          </a:p>
          <a:p>
            <a:pPr lvl="0"/>
            <a:r>
              <a:rPr lang="en-GB" dirty="0"/>
              <a:t>recognise observable, controllable, deterministic design;</a:t>
            </a:r>
          </a:p>
          <a:p>
            <a:pPr lvl="0"/>
            <a:r>
              <a:rPr lang="en-GB" dirty="0"/>
              <a:t>propose a seam for time, randomness, or an external service;</a:t>
            </a:r>
          </a:p>
          <a:p>
            <a:pPr lvl="0"/>
            <a:r>
              <a:rPr lang="en-GB" dirty="0"/>
              <a:t>coach a developer through quality-focused review;</a:t>
            </a:r>
          </a:p>
          <a:p>
            <a:pPr lvl="0"/>
            <a:r>
              <a:rPr lang="en-GB" dirty="0"/>
              <a:t>create and execute a structured exploratory charter;</a:t>
            </a:r>
          </a:p>
          <a:p>
            <a:pPr lvl="0"/>
            <a:r>
              <a:rPr lang="en-GB" dirty="0"/>
              <a:t>communicate a quality risk with evidence and impact.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67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0407-3A17-FDB6-87D4-74CDC8D7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Testability Is a Design Property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6EC18-D641-505D-8E40-D98E36932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09" y="2197015"/>
            <a:ext cx="8994543" cy="18862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F1C4F7-80A9-567A-4F6D-52EE1D5B525E}"/>
              </a:ext>
            </a:extLst>
          </p:cNvPr>
          <p:cNvSpPr txBox="1"/>
          <p:nvPr/>
        </p:nvSpPr>
        <p:spPr>
          <a:xfrm>
            <a:off x="507552" y="5001165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Testability improves development feedback—not only test code.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37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819C-93D0-E291-9679-8A37E84B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B447-9AE1-EB20-F500-02063682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NeuroPulse</a:t>
            </a:r>
            <a:r>
              <a:rPr lang="en-GB" dirty="0"/>
              <a:t> Dependency 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1AEE1-DCB4-6DBB-B53A-585B256FA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640" y="703025"/>
            <a:ext cx="5859898" cy="46171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FE11F-09B7-3AAE-0810-1A19B30077C4}"/>
              </a:ext>
            </a:extLst>
          </p:cNvPr>
          <p:cNvSpPr txBox="1"/>
          <p:nvPr/>
        </p:nvSpPr>
        <p:spPr>
          <a:xfrm>
            <a:off x="587609" y="5454474"/>
            <a:ext cx="8402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Which dependency controls the test—and which does the test control?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9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A77DD-9A18-1203-D5DD-93886605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3D37F3-4478-F30D-2CD9-C097479D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16884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One — Investigate the two problems and pick one.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7168E-77DD-B29C-A7C5-3F453C120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pPr indent="0"/>
            <a:endParaRPr lang="en-GB" sz="1800" b="1" dirty="0"/>
          </a:p>
          <a:p>
            <a:pPr marL="228600" indent="0"/>
            <a:r>
              <a:rPr lang="en-GB" sz="1800" dirty="0"/>
              <a:t>1: The GitHub </a:t>
            </a:r>
            <a:r>
              <a:rPr lang="en-GB" sz="1800" dirty="0" err="1"/>
              <a:t>codespace</a:t>
            </a:r>
            <a:r>
              <a:rPr lang="en-GB" sz="1800" dirty="0"/>
              <a:t> doesn't work for everyone.</a:t>
            </a:r>
          </a:p>
          <a:p>
            <a:pPr indent="0"/>
            <a:endParaRPr lang="en-GB" sz="1800" b="1" dirty="0"/>
          </a:p>
          <a:p>
            <a:pPr indent="0"/>
            <a:r>
              <a:rPr lang="en-GB" sz="1800" dirty="0"/>
              <a:t>2: The (</a:t>
            </a:r>
            <a:r>
              <a:rPr lang="en-GB" sz="1800" dirty="0" err="1"/>
              <a:t>src</a:t>
            </a:r>
            <a:r>
              <a:rPr lang="en-GB" sz="1800" dirty="0"/>
              <a:t>/</a:t>
            </a:r>
            <a:r>
              <a:rPr lang="en-GB" sz="1800" dirty="0" err="1"/>
              <a:t>NeuroPulse.Api</a:t>
            </a:r>
            <a:r>
              <a:rPr lang="en-GB" sz="1800" dirty="0"/>
              <a:t>/</a:t>
            </a:r>
            <a:r>
              <a:rPr lang="en-GB" sz="1800" dirty="0" err="1"/>
              <a:t>Program.cs</a:t>
            </a:r>
            <a:r>
              <a:rPr lang="en-GB" sz="1800" dirty="0"/>
              <a:t>) code needs to be refactored but not broken.</a:t>
            </a:r>
            <a:endParaRPr lang="en-GB" sz="1800" b="1" dirty="0"/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CCDDF-71FA-2186-CD93-75A3E93C4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6E24-439C-4AA8-A544-CA35E386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087A-1479-2423-863B-0ADEB621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2" y="322378"/>
            <a:ext cx="6948797" cy="458672"/>
          </a:xfrm>
        </p:spPr>
        <p:txBody>
          <a:bodyPr/>
          <a:lstStyle/>
          <a:p>
            <a:r>
              <a:rPr lang="en-GB" dirty="0"/>
              <a:t>Exploratory Testing Is Structured Engineering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ABE6D-DB20-80D0-A6DD-1C5223BE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99" y="2418922"/>
            <a:ext cx="11303694" cy="1691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B06047-E34D-2E61-5E8D-45A8E80E6597}"/>
              </a:ext>
            </a:extLst>
          </p:cNvPr>
          <p:cNvSpPr txBox="1"/>
          <p:nvPr/>
        </p:nvSpPr>
        <p:spPr>
          <a:xfrm>
            <a:off x="819279" y="1365735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Not: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 clicking around randomly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215C2-5AF7-7AE0-157E-502E056FB0B6}"/>
              </a:ext>
            </a:extLst>
          </p:cNvPr>
          <p:cNvSpPr txBox="1"/>
          <p:nvPr/>
        </p:nvSpPr>
        <p:spPr>
          <a:xfrm>
            <a:off x="770184" y="4793881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Test design and execution happen together.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597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5EDA-FC9C-58A8-8BB4-ED0BF179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Is an Input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4792E-325A-F42E-EB9F-6D8AA082D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00" y="1902442"/>
            <a:ext cx="5748010" cy="1985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F81CF0-47A0-C5E3-5D4C-E91AE9E11A34}"/>
              </a:ext>
            </a:extLst>
          </p:cNvPr>
          <p:cNvSpPr txBox="1"/>
          <p:nvPr/>
        </p:nvSpPr>
        <p:spPr>
          <a:xfrm>
            <a:off x="507552" y="5068671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How do we test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tomorrow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, a boundary instant, or elapsed duration?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649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69C0-99BA-E6AC-5709-167F570C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53CB-ED37-795F-C610-3892DACD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External Dependencies and Test Seams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A6498-9949-AE00-EF48-229191D56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44" y="1926991"/>
            <a:ext cx="8736214" cy="2562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2D0F9E-89AB-EF9A-CD8C-A1F9E8C565C7}"/>
              </a:ext>
            </a:extLst>
          </p:cNvPr>
          <p:cNvSpPr txBox="1"/>
          <p:nvPr/>
        </p:nvSpPr>
        <p:spPr>
          <a:xfrm>
            <a:off x="624431" y="5266223"/>
            <a:ext cx="838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Mocking increases control; reality increases fidelity. Use both deliberately.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245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4738-B6FC-E499-C39E-4F8E8851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8C627C-4476-078F-5D3D-BA1982D4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16884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Two — What tests or monitoring or logging can help?  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62821-1817-D933-1992-68D5CB7BE2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pPr indent="0"/>
            <a:endParaRPr lang="en-GB" sz="1800" b="1" dirty="0"/>
          </a:p>
          <a:p>
            <a:pPr marL="228600" indent="0"/>
            <a:r>
              <a:rPr lang="en-GB" sz="1800" dirty="0"/>
              <a:t>1: The GitHub </a:t>
            </a:r>
            <a:r>
              <a:rPr lang="en-GB" sz="1800" dirty="0" err="1"/>
              <a:t>codespace</a:t>
            </a:r>
            <a:r>
              <a:rPr lang="en-GB" sz="1800" dirty="0"/>
              <a:t> doesn't work for everyone.</a:t>
            </a:r>
          </a:p>
          <a:p>
            <a:pPr indent="0"/>
            <a:endParaRPr lang="en-GB" sz="1800" b="1" dirty="0"/>
          </a:p>
          <a:p>
            <a:pPr indent="0"/>
            <a:r>
              <a:rPr lang="en-GB" sz="1800" b="1" dirty="0"/>
              <a:t>Or</a:t>
            </a:r>
          </a:p>
          <a:p>
            <a:pPr indent="0"/>
            <a:endParaRPr lang="en-GB" sz="1800" b="1" dirty="0"/>
          </a:p>
          <a:p>
            <a:pPr indent="0"/>
            <a:r>
              <a:rPr lang="en-GB" sz="1800" dirty="0"/>
              <a:t>2: The (</a:t>
            </a:r>
            <a:r>
              <a:rPr lang="en-GB" sz="1800" dirty="0" err="1"/>
              <a:t>src</a:t>
            </a:r>
            <a:r>
              <a:rPr lang="en-GB" sz="1800" dirty="0"/>
              <a:t>/</a:t>
            </a:r>
            <a:r>
              <a:rPr lang="en-GB" sz="1800" dirty="0" err="1"/>
              <a:t>NeuroPulse.Api</a:t>
            </a:r>
            <a:r>
              <a:rPr lang="en-GB" sz="1800" dirty="0"/>
              <a:t>/</a:t>
            </a:r>
            <a:r>
              <a:rPr lang="en-GB" sz="1800" dirty="0" err="1"/>
              <a:t>Program.cs</a:t>
            </a:r>
            <a:r>
              <a:rPr lang="en-GB" sz="1800" dirty="0"/>
              <a:t>) code needs to be refactored but not broken.</a:t>
            </a:r>
            <a:endParaRPr lang="en-GB" sz="1800" b="1" dirty="0"/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C59ED-5A55-35F8-9B9D-13153842A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8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F9D2-62F6-61FE-03C9-B8EA5DB6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Quality-Focused Code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304EC-8EB7-7F7F-D101-BC5276439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dirty="0"/>
              <a:t>Ask:</a:t>
            </a:r>
          </a:p>
          <a:p>
            <a:pPr lvl="0"/>
            <a:r>
              <a:rPr lang="en-GB" dirty="0"/>
              <a:t>Can I observe the result and the failure?</a:t>
            </a:r>
          </a:p>
          <a:p>
            <a:pPr lvl="0"/>
            <a:r>
              <a:rPr lang="en-GB" dirty="0"/>
              <a:t>Can I control important dependencies?</a:t>
            </a:r>
          </a:p>
          <a:p>
            <a:pPr lvl="0"/>
            <a:r>
              <a:rPr lang="en-GB" dirty="0"/>
              <a:t>What assumptions are hidden?</a:t>
            </a:r>
          </a:p>
          <a:p>
            <a:pPr lvl="0"/>
            <a:r>
              <a:rPr lang="en-GB" dirty="0"/>
              <a:t>What happens concurrently or on repetition?</a:t>
            </a:r>
          </a:p>
          <a:p>
            <a:pPr lvl="0"/>
            <a:r>
              <a:rPr lang="en-GB" dirty="0"/>
              <a:t>Can this be tested below the UI?</a:t>
            </a:r>
          </a:p>
          <a:p>
            <a:pPr lvl="0"/>
            <a:r>
              <a:rPr lang="en-GB" dirty="0"/>
              <a:t>Does the code preserve domain invariants?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936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D779-677F-8A5D-7FFD-0F64876D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Changed Your Investigation?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20BFF-2BD5-5E88-C61C-F0FE132222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Which observation changed your next action?</a:t>
            </a:r>
          </a:p>
          <a:p>
            <a:pPr lvl="0"/>
            <a:r>
              <a:rPr lang="en-GB" dirty="0"/>
              <a:t>Which notes preserve sequence and state?</a:t>
            </a:r>
          </a:p>
          <a:p>
            <a:pPr lvl="0"/>
            <a:r>
              <a:rPr lang="en-GB" dirty="0"/>
              <a:t>What did you learn that a script might miss?</a:t>
            </a:r>
          </a:p>
          <a:p>
            <a:pPr lvl="0"/>
            <a:r>
              <a:rPr lang="en-GB" dirty="0"/>
              <a:t>Which finding should become an automated check?</a:t>
            </a:r>
          </a:p>
          <a:p>
            <a:pPr lvl="0"/>
            <a:r>
              <a:rPr lang="en-GB" dirty="0"/>
              <a:t>Which uncertainty remains?</a:t>
            </a:r>
          </a:p>
          <a:p>
            <a:pPr marL="228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1759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8D69-2F95-1ABF-E761-28A2CAF17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6BB9-A716-EC38-8042-A69EE686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Communicate a Risk, Not “It Broke”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E9F16-F02F-9D8B-286B-89FAFEC1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154" y="1877896"/>
            <a:ext cx="8345707" cy="23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34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099D-0DBD-DA4A-7D22-9A3904749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BA29-70A6-326A-7F6C-CEDDB64B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Quality Signals or Vanity Metrics?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FC94E-088A-F459-49DB-F75008A99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912" y="1706931"/>
            <a:ext cx="6713975" cy="2779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53992-0608-ABA1-63FC-8514C3A4BABA}"/>
              </a:ext>
            </a:extLst>
          </p:cNvPr>
          <p:cNvSpPr txBox="1"/>
          <p:nvPr/>
        </p:nvSpPr>
        <p:spPr>
          <a:xfrm>
            <a:off x="507552" y="5227654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Metrics should change a decision.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827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21C2-19FB-800E-D9DC-EF3AF4EF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34FB3E-E6C7-63A8-6C1A-17053802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4763965" cy="816884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Three — Prepare a presentation or explanation.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5952A-2727-A2F9-6FB4-6F9A1EEE6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pPr indent="0"/>
            <a:endParaRPr lang="en-GB" sz="1800" b="1" dirty="0"/>
          </a:p>
          <a:p>
            <a:pPr marL="228600" indent="0"/>
            <a:r>
              <a:rPr lang="en-GB" sz="1800" dirty="0"/>
              <a:t>Treat Ray Coulstock as the developer and coach him to understand what can be improved. </a:t>
            </a:r>
          </a:p>
          <a:p>
            <a:pPr marL="228600" indent="0"/>
            <a:endParaRPr lang="en-GB" sz="1800" b="1" dirty="0"/>
          </a:p>
          <a:p>
            <a:pPr marL="228600" indent="0"/>
            <a:r>
              <a:rPr lang="en-GB" sz="1800" b="1" dirty="0"/>
              <a:t>Prepare a short presentation or conversation.</a:t>
            </a:r>
          </a:p>
          <a:p>
            <a:pPr marL="228600" indent="0"/>
            <a:r>
              <a:rPr lang="en-GB" sz="1800" b="1" dirty="0"/>
              <a:t>Min 2 minutes - Max 5 minutes.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7E302-B745-7D6F-E72C-50E2766FD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57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D7016D-1B1A-9CBA-600E-2DE80C8B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A70E-5C81-1AB9-B44F-0E09DA28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Useful Charter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8D466-39F4-827F-5960-9B2D5D64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61" y="2053707"/>
            <a:ext cx="8864875" cy="1987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1A905F-1B6E-AE60-6567-A10B499AE245}"/>
              </a:ext>
            </a:extLst>
          </p:cNvPr>
          <p:cNvSpPr txBox="1"/>
          <p:nvPr/>
        </p:nvSpPr>
        <p:spPr>
          <a:xfrm>
            <a:off x="771717" y="5007302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Specific enough to focus; open enough to learn.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088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0A0EF0-2DD4-39A2-7CCA-7CFE5A29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AC6C-D135-520B-D23E-86FFA3D5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Small Heuristic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41411-4AA8-5DE3-2924-6EEF3C3BE5FD}"/>
              </a:ext>
            </a:extLst>
          </p:cNvPr>
          <p:cNvSpPr txBox="1"/>
          <p:nvPr/>
        </p:nvSpPr>
        <p:spPr>
          <a:xfrm>
            <a:off x="507552" y="1791560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Vary and observe: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F238C-0EFD-A82A-6A3C-4F24240B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363" y="2587536"/>
            <a:ext cx="5546723" cy="1167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6FA712-C626-F51E-C197-6AB6D34E2FE6}"/>
              </a:ext>
            </a:extLst>
          </p:cNvPr>
          <p:cNvSpPr txBox="1"/>
          <p:nvPr/>
        </p:nvSpPr>
        <p:spPr>
          <a:xfrm>
            <a:off x="507552" y="4909111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Heuristics generate questions; they do not guarantee coverage.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040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F29BC0E-9521-5B82-C29E-42E7A7DC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27197E-0BDC-446C-90EC-3FEDD4E9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  <a:sym typeface="+mn-lt"/>
              </a:rPr>
              <a:t>Shift-Left Program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B41D05-8210-B288-FF1D-928D8D8D7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52" y="870681"/>
            <a:ext cx="5893248" cy="27046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What we are going to cover in this program. 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A020AD-66AE-789F-56DD-09F23A2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75" y="1682179"/>
            <a:ext cx="3474546" cy="1570068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1 – Think like an SDET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Shift-left, quality ownership, Testing Pyramid, Playwright foundations.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API testing with Postman, AI-enabled testing, assessment.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BDD3E-ED4B-7B6A-16ED-34966150635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8967" y="1682178"/>
            <a:ext cx="3383001" cy="3667744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2 – Engineer a quality solution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Playwright suites, AI in practice, Pact, JMeter.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Build a broader automated testing strategy rather than simply automate UI tests.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Developer coaching, testability, exploratory testing.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Operate as an embedded SDET who improves the team’s engineering practices.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449FFD-119E-FB15-DD4C-BE361CBE96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6350" indent="0"/>
            <a:r>
              <a:rPr lang="en-US" sz="1600" b="1" dirty="0"/>
              <a:t>Phase 3 - Hackathon</a:t>
            </a:r>
          </a:p>
          <a:p>
            <a:pPr marL="6350" indent="0"/>
            <a:endParaRPr lang="en-US" sz="1600" dirty="0"/>
          </a:p>
          <a:p>
            <a:pPr marL="6350" indent="0" algn="ctr"/>
            <a:r>
              <a:rPr lang="en-US" sz="1600" dirty="0"/>
              <a:t>Coming Soon.</a:t>
            </a:r>
          </a:p>
        </p:txBody>
      </p:sp>
      <p:pic>
        <p:nvPicPr>
          <p:cNvPr id="285" name="Google Shape;285;p11">
            <a:extLst>
              <a:ext uri="{FF2B5EF4-FFF2-40B4-BE49-F238E27FC236}">
                <a16:creationId xmlns:a16="http://schemas.microsoft.com/office/drawing/2014/main" id="{34BA6FC0-D760-7984-86F9-DDB9AE92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78838B98-6B3F-A3C2-D928-0FB2FA12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008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EE9CEA-F851-DC7A-060E-534031DB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8212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6654C-AEC8-FD0D-EABA-3366C5E0E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63" y="3580422"/>
            <a:ext cx="2262117" cy="150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8DFC6-7438-DFE0-8007-B1343FC05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334" y="3524980"/>
            <a:ext cx="2342734" cy="15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77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78A8264F-350A-C290-ED30-6C5984D48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24573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d43691bf-1cf8-4dc6-9ce2-871f60ab98d9"/>
</p:tagLst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4B0FEC-CC98-462D-9CE7-74B233B3BDC7}">
  <ds:schemaRefs>
    <ds:schemaRef ds:uri="http://schemas.openxmlformats.org/package/2006/metadata/core-properties"/>
    <ds:schemaRef ds:uri="http://schemas.microsoft.com/sharepoint/v3"/>
    <ds:schemaRef ds:uri="http://purl.org/dc/elements/1.1/"/>
    <ds:schemaRef ds:uri="d905f990-1265-453a-8377-6052b5295bf7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2c08f754-a9ea-4773-b604-7244bf3e6a7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781</Words>
  <Application>Microsoft Office PowerPoint</Application>
  <PresentationFormat>Widescreen</PresentationFormat>
  <Paragraphs>129</Paragraphs>
  <Slides>24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Inter</vt:lpstr>
      <vt:lpstr>Inter Medium</vt:lpstr>
      <vt:lpstr>Neueda 2026</vt:lpstr>
      <vt:lpstr>Everway SDET Shift-Left Program</vt:lpstr>
      <vt:lpstr>Session timings </vt:lpstr>
      <vt:lpstr>Housekeeping</vt:lpstr>
      <vt:lpstr>Shift-Left Program</vt:lpstr>
      <vt:lpstr>Phase 2 Day 4</vt:lpstr>
      <vt:lpstr>The SDET as a Quality Advocate   </vt:lpstr>
      <vt:lpstr>Recap — Engineering the Signal </vt:lpstr>
      <vt:lpstr>Today's Outcomes</vt:lpstr>
      <vt:lpstr>Testability Is a Design Property</vt:lpstr>
      <vt:lpstr>A NeuroPulse Dependency Map</vt:lpstr>
      <vt:lpstr>Activity One — Investigate the two problems and pick one.   </vt:lpstr>
      <vt:lpstr>Exploratory Testing Is Structured Engineering </vt:lpstr>
      <vt:lpstr>Time Is an Input </vt:lpstr>
      <vt:lpstr>External Dependencies and Test Seams </vt:lpstr>
      <vt:lpstr>Activity Two — What tests or monitoring or logging can help?     </vt:lpstr>
      <vt:lpstr>Quality-Focused Code Review</vt:lpstr>
      <vt:lpstr>What Changed Your Investigation?</vt:lpstr>
      <vt:lpstr>Communicate a Risk, Not “It Broke” </vt:lpstr>
      <vt:lpstr>Quality Signals or Vanity Metrics? </vt:lpstr>
      <vt:lpstr>Activity Three — Prepare a presentation or explanation.   </vt:lpstr>
      <vt:lpstr>A Useful Charter</vt:lpstr>
      <vt:lpstr>Small Heuristic Set</vt:lpstr>
      <vt:lpstr>Shift-Left Program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Neueda ILT Master Deck </dc:title>
  <dc:creator>Hannah Lydon</dc:creator>
  <cp:lastModifiedBy>Ray Coulstock</cp:lastModifiedBy>
  <cp:revision>8</cp:revision>
  <dcterms:created xsi:type="dcterms:W3CDTF">2025-11-19T12:02:24Z</dcterms:created>
  <dcterms:modified xsi:type="dcterms:W3CDTF">2026-09-11T14:24:28Z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