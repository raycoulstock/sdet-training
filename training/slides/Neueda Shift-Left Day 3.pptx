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2"/>
  </p:notesMasterIdLst>
  <p:handoutMasterIdLst>
    <p:handoutMasterId r:id="rId43"/>
  </p:handoutMasterIdLst>
  <p:sldIdLst>
    <p:sldId id="2146847531" r:id="rId5"/>
    <p:sldId id="2147478971" r:id="rId6"/>
    <p:sldId id="2147478976" r:id="rId7"/>
    <p:sldId id="2147478999" r:id="rId8"/>
    <p:sldId id="2146847570" r:id="rId9"/>
    <p:sldId id="2147479003" r:id="rId10"/>
    <p:sldId id="2147479004" r:id="rId11"/>
    <p:sldId id="2147479020" r:id="rId12"/>
    <p:sldId id="2147479021" r:id="rId13"/>
    <p:sldId id="2147479012" r:id="rId14"/>
    <p:sldId id="2147479022" r:id="rId15"/>
    <p:sldId id="2147479037" r:id="rId16"/>
    <p:sldId id="2147479023" r:id="rId17"/>
    <p:sldId id="2147479038" r:id="rId18"/>
    <p:sldId id="2147479036" r:id="rId19"/>
    <p:sldId id="2147479013" r:id="rId20"/>
    <p:sldId id="2147479024" r:id="rId21"/>
    <p:sldId id="2147479014" r:id="rId22"/>
    <p:sldId id="2147479025" r:id="rId23"/>
    <p:sldId id="2147479026" r:id="rId24"/>
    <p:sldId id="2147479015" r:id="rId25"/>
    <p:sldId id="2147479027" r:id="rId26"/>
    <p:sldId id="2147479016" r:id="rId27"/>
    <p:sldId id="2147479028" r:id="rId28"/>
    <p:sldId id="2147479029" r:id="rId29"/>
    <p:sldId id="2147479039" r:id="rId30"/>
    <p:sldId id="2147479040" r:id="rId31"/>
    <p:sldId id="2147479017" r:id="rId32"/>
    <p:sldId id="2147479030" r:id="rId33"/>
    <p:sldId id="2147479018" r:id="rId34"/>
    <p:sldId id="2147479031" r:id="rId35"/>
    <p:sldId id="2147479032" r:id="rId36"/>
    <p:sldId id="2147479033" r:id="rId37"/>
    <p:sldId id="2147479034" r:id="rId38"/>
    <p:sldId id="2147479019" r:id="rId39"/>
    <p:sldId id="2147479035" r:id="rId40"/>
    <p:sldId id="2147479000" r:id="rId41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ACB59F-EFEA-4277-8295-8C243E84D6AA}">
          <p14:sldIdLst>
            <p14:sldId id="2146847531"/>
            <p14:sldId id="2147478971"/>
            <p14:sldId id="2147478976"/>
            <p14:sldId id="2147478999"/>
          </p14:sldIdLst>
        </p14:section>
        <p14:section name="Phase 2 - Day 1" id="{8A4A74D4-686E-49C8-BD16-02A86B003545}">
          <p14:sldIdLst>
            <p14:sldId id="2146847570"/>
            <p14:sldId id="2147479003"/>
            <p14:sldId id="2147479004"/>
            <p14:sldId id="2147479020"/>
            <p14:sldId id="2147479021"/>
            <p14:sldId id="2147479012"/>
            <p14:sldId id="2147479022"/>
            <p14:sldId id="2147479037"/>
            <p14:sldId id="2147479023"/>
            <p14:sldId id="2147479038"/>
            <p14:sldId id="2147479036"/>
            <p14:sldId id="2147479013"/>
            <p14:sldId id="2147479024"/>
            <p14:sldId id="2147479014"/>
            <p14:sldId id="2147479025"/>
            <p14:sldId id="2147479026"/>
            <p14:sldId id="2147479015"/>
            <p14:sldId id="2147479027"/>
            <p14:sldId id="2147479016"/>
            <p14:sldId id="2147479028"/>
            <p14:sldId id="2147479029"/>
            <p14:sldId id="2147479039"/>
            <p14:sldId id="2147479040"/>
            <p14:sldId id="2147479017"/>
            <p14:sldId id="2147479030"/>
            <p14:sldId id="2147479018"/>
            <p14:sldId id="2147479031"/>
            <p14:sldId id="2147479032"/>
            <p14:sldId id="2147479033"/>
            <p14:sldId id="2147479034"/>
            <p14:sldId id="2147479019"/>
            <p14:sldId id="2147479035"/>
            <p14:sldId id="21474790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0"/>
    <a:srgbClr val="191A24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F8AF8-780C-4FDC-B82B-5A8FA2A91E8E}" v="65" dt="2026-09-10T10:00:26.002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304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Coulstock" userId="32d60e15f1384047" providerId="LiveId" clId="{7326A5DA-AC13-434D-BBCB-56E6A11702D1}"/>
    <pc:docChg chg="undo custSel addSld delSld modSld sldOrd delSection modSection">
      <pc:chgData name="Ray Coulstock" userId="32d60e15f1384047" providerId="LiveId" clId="{7326A5DA-AC13-434D-BBCB-56E6A11702D1}" dt="2026-09-10T10:35:32.648" v="851" actId="47"/>
      <pc:docMkLst>
        <pc:docMk/>
      </pc:docMkLst>
      <pc:sldChg chg="delSp modSp add del mod">
        <pc:chgData name="Ray Coulstock" userId="32d60e15f1384047" providerId="LiveId" clId="{7326A5DA-AC13-434D-BBCB-56E6A11702D1}" dt="2026-09-08T09:34:33.699" v="266" actId="14100"/>
        <pc:sldMkLst>
          <pc:docMk/>
          <pc:sldMk cId="432505598" sldId="2147479003"/>
        </pc:sldMkLst>
        <pc:spChg chg="mod">
          <ac:chgData name="Ray Coulstock" userId="32d60e15f1384047" providerId="LiveId" clId="{7326A5DA-AC13-434D-BBCB-56E6A11702D1}" dt="2026-09-07T12:50:11.328" v="6"/>
          <ac:spMkLst>
            <pc:docMk/>
            <pc:sldMk cId="432505598" sldId="2147479003"/>
            <ac:spMk id="2" creationId="{501368EC-A6F7-DF68-2B3E-B9B09E7D6B7B}"/>
          </ac:spMkLst>
        </pc:spChg>
        <pc:spChg chg="mod">
          <ac:chgData name="Ray Coulstock" userId="32d60e15f1384047" providerId="LiveId" clId="{7326A5DA-AC13-434D-BBCB-56E6A11702D1}" dt="2026-09-08T09:34:33.699" v="266" actId="14100"/>
          <ac:spMkLst>
            <pc:docMk/>
            <pc:sldMk cId="432505598" sldId="2147479003"/>
            <ac:spMk id="3" creationId="{FF8716E8-32AD-65F5-F8AC-1FD67BAF470A}"/>
          </ac:spMkLst>
        </pc:spChg>
      </pc:sldChg>
      <pc:sldChg chg="addSp modSp new mod">
        <pc:chgData name="Ray Coulstock" userId="32d60e15f1384047" providerId="LiveId" clId="{7326A5DA-AC13-434D-BBCB-56E6A11702D1}" dt="2026-09-08T09:34:39.214" v="267" actId="1076"/>
        <pc:sldMkLst>
          <pc:docMk/>
          <pc:sldMk cId="4270629297" sldId="2147479004"/>
        </pc:sldMkLst>
        <pc:spChg chg="mod">
          <ac:chgData name="Ray Coulstock" userId="32d60e15f1384047" providerId="LiveId" clId="{7326A5DA-AC13-434D-BBCB-56E6A11702D1}" dt="2026-09-07T12:51:43.081" v="17"/>
          <ac:spMkLst>
            <pc:docMk/>
            <pc:sldMk cId="4270629297" sldId="2147479004"/>
            <ac:spMk id="2" creationId="{DB04BBF3-840C-1C20-0E8C-A64F3B6D1B5D}"/>
          </ac:spMkLst>
        </pc:spChg>
        <pc:spChg chg="mod">
          <ac:chgData name="Ray Coulstock" userId="32d60e15f1384047" providerId="LiveId" clId="{7326A5DA-AC13-434D-BBCB-56E6A11702D1}" dt="2026-09-08T09:34:39.214" v="267" actId="1076"/>
          <ac:spMkLst>
            <pc:docMk/>
            <pc:sldMk cId="4270629297" sldId="2147479004"/>
            <ac:spMk id="3" creationId="{AC338655-7BC9-2971-7304-4E4399F5AA61}"/>
          </ac:spMkLst>
        </pc:spChg>
        <pc:spChg chg="add mod">
          <ac:chgData name="Ray Coulstock" userId="32d60e15f1384047" providerId="LiveId" clId="{7326A5DA-AC13-434D-BBCB-56E6A11702D1}" dt="2026-09-07T12:51:34.891" v="16" actId="14100"/>
          <ac:spMkLst>
            <pc:docMk/>
            <pc:sldMk cId="4270629297" sldId="2147479004"/>
            <ac:spMk id="5" creationId="{BBCF4DDD-AB10-709D-0B57-58EEAB74B32F}"/>
          </ac:spMkLst>
        </pc:spChg>
      </pc:sldChg>
      <pc:sldChg chg="modSp add del mod">
        <pc:chgData name="Ray Coulstock" userId="32d60e15f1384047" providerId="LiveId" clId="{7326A5DA-AC13-434D-BBCB-56E6A11702D1}" dt="2026-09-07T12:53:28.677" v="27" actId="20577"/>
        <pc:sldMkLst>
          <pc:docMk/>
          <pc:sldMk cId="1456193331" sldId="2147479012"/>
        </pc:sldMkLst>
        <pc:spChg chg="mod">
          <ac:chgData name="Ray Coulstock" userId="32d60e15f1384047" providerId="LiveId" clId="{7326A5DA-AC13-434D-BBCB-56E6A11702D1}" dt="2026-09-07T12:52:53.755" v="19"/>
          <ac:spMkLst>
            <pc:docMk/>
            <pc:sldMk cId="1456193331" sldId="2147479012"/>
            <ac:spMk id="4" creationId="{9F2F26C8-2C70-995C-2170-A5A43281D58A}"/>
          </ac:spMkLst>
        </pc:spChg>
        <pc:spChg chg="mod">
          <ac:chgData name="Ray Coulstock" userId="32d60e15f1384047" providerId="LiveId" clId="{7326A5DA-AC13-434D-BBCB-56E6A11702D1}" dt="2026-09-07T12:53:28.677" v="27" actId="20577"/>
          <ac:spMkLst>
            <pc:docMk/>
            <pc:sldMk cId="1456193331" sldId="2147479012"/>
            <ac:spMk id="5" creationId="{F94920BA-D5D8-BD28-AEBD-258C7EEB7F1E}"/>
          </ac:spMkLst>
        </pc:spChg>
      </pc:sldChg>
      <pc:sldChg chg="modSp add mod">
        <pc:chgData name="Ray Coulstock" userId="32d60e15f1384047" providerId="LiveId" clId="{7326A5DA-AC13-434D-BBCB-56E6A11702D1}" dt="2026-09-07T12:54:25.639" v="42" actId="20577"/>
        <pc:sldMkLst>
          <pc:docMk/>
          <pc:sldMk cId="3845273692" sldId="2147479013"/>
        </pc:sldMkLst>
        <pc:spChg chg="mod">
          <ac:chgData name="Ray Coulstock" userId="32d60e15f1384047" providerId="LiveId" clId="{7326A5DA-AC13-434D-BBCB-56E6A11702D1}" dt="2026-09-07T12:53:58.714" v="37" actId="20577"/>
          <ac:spMkLst>
            <pc:docMk/>
            <pc:sldMk cId="3845273692" sldId="2147479013"/>
            <ac:spMk id="4" creationId="{D0F67D95-816E-A951-3E21-15F397AFB1AC}"/>
          </ac:spMkLst>
        </pc:spChg>
        <pc:spChg chg="mod">
          <ac:chgData name="Ray Coulstock" userId="32d60e15f1384047" providerId="LiveId" clId="{7326A5DA-AC13-434D-BBCB-56E6A11702D1}" dt="2026-09-07T12:54:25.639" v="42" actId="20577"/>
          <ac:spMkLst>
            <pc:docMk/>
            <pc:sldMk cId="3845273692" sldId="2147479013"/>
            <ac:spMk id="5" creationId="{4F89DD08-CD67-CD0E-9111-350F7B0D1F42}"/>
          </ac:spMkLst>
        </pc:spChg>
      </pc:sldChg>
      <pc:sldChg chg="modSp add mod">
        <pc:chgData name="Ray Coulstock" userId="32d60e15f1384047" providerId="LiveId" clId="{7326A5DA-AC13-434D-BBCB-56E6A11702D1}" dt="2026-09-07T12:55:30.397" v="55" actId="20577"/>
        <pc:sldMkLst>
          <pc:docMk/>
          <pc:sldMk cId="5137776" sldId="2147479014"/>
        </pc:sldMkLst>
        <pc:spChg chg="mod">
          <ac:chgData name="Ray Coulstock" userId="32d60e15f1384047" providerId="LiveId" clId="{7326A5DA-AC13-434D-BBCB-56E6A11702D1}" dt="2026-09-07T12:54:48.035" v="46" actId="20577"/>
          <ac:spMkLst>
            <pc:docMk/>
            <pc:sldMk cId="5137776" sldId="2147479014"/>
            <ac:spMk id="4" creationId="{6DC434F8-A1C4-D833-E5DB-E015CA0CD71B}"/>
          </ac:spMkLst>
        </pc:spChg>
        <pc:spChg chg="mod">
          <ac:chgData name="Ray Coulstock" userId="32d60e15f1384047" providerId="LiveId" clId="{7326A5DA-AC13-434D-BBCB-56E6A11702D1}" dt="2026-09-07T12:55:30.397" v="55" actId="20577"/>
          <ac:spMkLst>
            <pc:docMk/>
            <pc:sldMk cId="5137776" sldId="2147479014"/>
            <ac:spMk id="5" creationId="{087C560A-DE50-CE1B-BA18-43B2496F6B8B}"/>
          </ac:spMkLst>
        </pc:spChg>
      </pc:sldChg>
      <pc:sldChg chg="modSp add mod">
        <pc:chgData name="Ray Coulstock" userId="32d60e15f1384047" providerId="LiveId" clId="{7326A5DA-AC13-434D-BBCB-56E6A11702D1}" dt="2026-09-07T12:56:39.879" v="63" actId="20577"/>
        <pc:sldMkLst>
          <pc:docMk/>
          <pc:sldMk cId="3158479998" sldId="2147479015"/>
        </pc:sldMkLst>
        <pc:spChg chg="mod">
          <ac:chgData name="Ray Coulstock" userId="32d60e15f1384047" providerId="LiveId" clId="{7326A5DA-AC13-434D-BBCB-56E6A11702D1}" dt="2026-09-07T12:56:12.547" v="59" actId="20577"/>
          <ac:spMkLst>
            <pc:docMk/>
            <pc:sldMk cId="3158479998" sldId="2147479015"/>
            <ac:spMk id="4" creationId="{2D87F48E-6842-A8B9-6BDA-D504B437D5D7}"/>
          </ac:spMkLst>
        </pc:spChg>
        <pc:spChg chg="mod">
          <ac:chgData name="Ray Coulstock" userId="32d60e15f1384047" providerId="LiveId" clId="{7326A5DA-AC13-434D-BBCB-56E6A11702D1}" dt="2026-09-07T12:56:39.879" v="63" actId="20577"/>
          <ac:spMkLst>
            <pc:docMk/>
            <pc:sldMk cId="3158479998" sldId="2147479015"/>
            <ac:spMk id="5" creationId="{4189095E-2F08-1DA9-7C29-EB33377D548C}"/>
          </ac:spMkLst>
        </pc:spChg>
      </pc:sldChg>
      <pc:sldChg chg="modSp add mod">
        <pc:chgData name="Ray Coulstock" userId="32d60e15f1384047" providerId="LiveId" clId="{7326A5DA-AC13-434D-BBCB-56E6A11702D1}" dt="2026-09-07T12:57:28.645" v="71" actId="20577"/>
        <pc:sldMkLst>
          <pc:docMk/>
          <pc:sldMk cId="938106165" sldId="2147479016"/>
        </pc:sldMkLst>
        <pc:spChg chg="mod">
          <ac:chgData name="Ray Coulstock" userId="32d60e15f1384047" providerId="LiveId" clId="{7326A5DA-AC13-434D-BBCB-56E6A11702D1}" dt="2026-09-07T12:57:02.395" v="66" actId="20577"/>
          <ac:spMkLst>
            <pc:docMk/>
            <pc:sldMk cId="938106165" sldId="2147479016"/>
            <ac:spMk id="4" creationId="{3A13212C-30D4-7F1B-BB35-775462F6126F}"/>
          </ac:spMkLst>
        </pc:spChg>
        <pc:spChg chg="mod">
          <ac:chgData name="Ray Coulstock" userId="32d60e15f1384047" providerId="LiveId" clId="{7326A5DA-AC13-434D-BBCB-56E6A11702D1}" dt="2026-09-07T12:57:28.645" v="71" actId="20577"/>
          <ac:spMkLst>
            <pc:docMk/>
            <pc:sldMk cId="938106165" sldId="2147479016"/>
            <ac:spMk id="5" creationId="{9F645984-22E0-8021-91DB-BDF0677C472E}"/>
          </ac:spMkLst>
        </pc:spChg>
      </pc:sldChg>
      <pc:sldChg chg="modSp add mod">
        <pc:chgData name="Ray Coulstock" userId="32d60e15f1384047" providerId="LiveId" clId="{7326A5DA-AC13-434D-BBCB-56E6A11702D1}" dt="2026-09-07T12:58:30.233" v="79" actId="20577"/>
        <pc:sldMkLst>
          <pc:docMk/>
          <pc:sldMk cId="2364816472" sldId="2147479017"/>
        </pc:sldMkLst>
        <pc:spChg chg="mod">
          <ac:chgData name="Ray Coulstock" userId="32d60e15f1384047" providerId="LiveId" clId="{7326A5DA-AC13-434D-BBCB-56E6A11702D1}" dt="2026-09-07T12:58:30.233" v="79" actId="20577"/>
          <ac:spMkLst>
            <pc:docMk/>
            <pc:sldMk cId="2364816472" sldId="2147479017"/>
            <ac:spMk id="4" creationId="{2BC15009-D701-C068-11D3-C3DB72A1D347}"/>
          </ac:spMkLst>
        </pc:spChg>
        <pc:spChg chg="mod">
          <ac:chgData name="Ray Coulstock" userId="32d60e15f1384047" providerId="LiveId" clId="{7326A5DA-AC13-434D-BBCB-56E6A11702D1}" dt="2026-09-07T12:58:24.439" v="78" actId="20577"/>
          <ac:spMkLst>
            <pc:docMk/>
            <pc:sldMk cId="2364816472" sldId="2147479017"/>
            <ac:spMk id="5" creationId="{83BFEB99-FDE0-BE40-35FD-34421416E9FB}"/>
          </ac:spMkLst>
        </pc:spChg>
      </pc:sldChg>
      <pc:sldChg chg="modSp add mod">
        <pc:chgData name="Ray Coulstock" userId="32d60e15f1384047" providerId="LiveId" clId="{7326A5DA-AC13-434D-BBCB-56E6A11702D1}" dt="2026-09-07T12:59:40.799" v="90" actId="20577"/>
        <pc:sldMkLst>
          <pc:docMk/>
          <pc:sldMk cId="3879522233" sldId="2147479018"/>
        </pc:sldMkLst>
        <pc:spChg chg="mod">
          <ac:chgData name="Ray Coulstock" userId="32d60e15f1384047" providerId="LiveId" clId="{7326A5DA-AC13-434D-BBCB-56E6A11702D1}" dt="2026-09-07T12:59:17.085" v="85" actId="20577"/>
          <ac:spMkLst>
            <pc:docMk/>
            <pc:sldMk cId="3879522233" sldId="2147479018"/>
            <ac:spMk id="4" creationId="{87339459-D3DF-B43C-7E38-23C2380D6CE4}"/>
          </ac:spMkLst>
        </pc:spChg>
        <pc:spChg chg="mod">
          <ac:chgData name="Ray Coulstock" userId="32d60e15f1384047" providerId="LiveId" clId="{7326A5DA-AC13-434D-BBCB-56E6A11702D1}" dt="2026-09-07T12:59:40.799" v="90" actId="20577"/>
          <ac:spMkLst>
            <pc:docMk/>
            <pc:sldMk cId="3879522233" sldId="2147479018"/>
            <ac:spMk id="5" creationId="{BF3E8B8D-7230-1D46-DD24-30C22858CED7}"/>
          </ac:spMkLst>
        </pc:spChg>
      </pc:sldChg>
      <pc:sldChg chg="modSp add mod">
        <pc:chgData name="Ray Coulstock" userId="32d60e15f1384047" providerId="LiveId" clId="{7326A5DA-AC13-434D-BBCB-56E6A11702D1}" dt="2026-09-07T13:00:41.225" v="96" actId="20577"/>
        <pc:sldMkLst>
          <pc:docMk/>
          <pc:sldMk cId="3907991552" sldId="2147479019"/>
        </pc:sldMkLst>
        <pc:spChg chg="mod">
          <ac:chgData name="Ray Coulstock" userId="32d60e15f1384047" providerId="LiveId" clId="{7326A5DA-AC13-434D-BBCB-56E6A11702D1}" dt="2026-09-07T13:00:11.167" v="91"/>
          <ac:spMkLst>
            <pc:docMk/>
            <pc:sldMk cId="3907991552" sldId="2147479019"/>
            <ac:spMk id="4" creationId="{D9BC4F6C-AFA8-4E76-C6C3-785F8379229D}"/>
          </ac:spMkLst>
        </pc:spChg>
        <pc:spChg chg="mod">
          <ac:chgData name="Ray Coulstock" userId="32d60e15f1384047" providerId="LiveId" clId="{7326A5DA-AC13-434D-BBCB-56E6A11702D1}" dt="2026-09-07T13:00:41.225" v="96" actId="20577"/>
          <ac:spMkLst>
            <pc:docMk/>
            <pc:sldMk cId="3907991552" sldId="2147479019"/>
            <ac:spMk id="5" creationId="{871EEBDD-D310-F899-33BA-40FD7626028D}"/>
          </ac:spMkLst>
        </pc:spChg>
      </pc:sldChg>
      <pc:sldChg chg="modSp new mod">
        <pc:chgData name="Ray Coulstock" userId="32d60e15f1384047" providerId="LiveId" clId="{7326A5DA-AC13-434D-BBCB-56E6A11702D1}" dt="2026-09-07T13:02:47.211" v="100" actId="5793"/>
        <pc:sldMkLst>
          <pc:docMk/>
          <pc:sldMk cId="2147792160" sldId="2147479020"/>
        </pc:sldMkLst>
        <pc:spChg chg="mod">
          <ac:chgData name="Ray Coulstock" userId="32d60e15f1384047" providerId="LiveId" clId="{7326A5DA-AC13-434D-BBCB-56E6A11702D1}" dt="2026-09-07T13:02:38.417" v="98"/>
          <ac:spMkLst>
            <pc:docMk/>
            <pc:sldMk cId="2147792160" sldId="2147479020"/>
            <ac:spMk id="2" creationId="{31FAE39C-37B3-27F2-89EF-520299533CFB}"/>
          </ac:spMkLst>
        </pc:spChg>
        <pc:spChg chg="mod">
          <ac:chgData name="Ray Coulstock" userId="32d60e15f1384047" providerId="LiveId" clId="{7326A5DA-AC13-434D-BBCB-56E6A11702D1}" dt="2026-09-07T13:02:47.211" v="100" actId="5793"/>
          <ac:spMkLst>
            <pc:docMk/>
            <pc:sldMk cId="2147792160" sldId="2147479020"/>
            <ac:spMk id="3" creationId="{91B630AF-5DE9-4903-5C79-E5B8EDD7567C}"/>
          </ac:spMkLst>
        </pc:spChg>
      </pc:sldChg>
      <pc:sldChg chg="addSp delSp modSp new mod">
        <pc:chgData name="Ray Coulstock" userId="32d60e15f1384047" providerId="LiveId" clId="{7326A5DA-AC13-434D-BBCB-56E6A11702D1}" dt="2026-09-10T07:43:17.379" v="363" actId="1076"/>
        <pc:sldMkLst>
          <pc:docMk/>
          <pc:sldMk cId="3824176616" sldId="2147479021"/>
        </pc:sldMkLst>
        <pc:spChg chg="mod">
          <ac:chgData name="Ray Coulstock" userId="32d60e15f1384047" providerId="LiveId" clId="{7326A5DA-AC13-434D-BBCB-56E6A11702D1}" dt="2026-09-07T13:03:09.753" v="104"/>
          <ac:spMkLst>
            <pc:docMk/>
            <pc:sldMk cId="3824176616" sldId="2147479021"/>
            <ac:spMk id="2" creationId="{1BC93162-0305-1797-E67D-62980DAEBFEC}"/>
          </ac:spMkLst>
        </pc:spChg>
        <pc:spChg chg="add mod">
          <ac:chgData name="Ray Coulstock" userId="32d60e15f1384047" providerId="LiveId" clId="{7326A5DA-AC13-434D-BBCB-56E6A11702D1}" dt="2026-09-10T07:42:05.407" v="348" actId="20577"/>
          <ac:spMkLst>
            <pc:docMk/>
            <pc:sldMk cId="3824176616" sldId="2147479021"/>
            <ac:spMk id="7" creationId="{0F4C9D10-7782-6750-4704-FF90368D5E0A}"/>
          </ac:spMkLst>
        </pc:spChg>
        <pc:spChg chg="add mod">
          <ac:chgData name="Ray Coulstock" userId="32d60e15f1384047" providerId="LiveId" clId="{7326A5DA-AC13-434D-BBCB-56E6A11702D1}" dt="2026-09-10T07:42:14.527" v="349" actId="1076"/>
          <ac:spMkLst>
            <pc:docMk/>
            <pc:sldMk cId="3824176616" sldId="2147479021"/>
            <ac:spMk id="22" creationId="{0601BDFA-BFB3-26FB-F278-06230E577A83}"/>
          </ac:spMkLst>
        </pc:spChg>
        <pc:picChg chg="add mod">
          <ac:chgData name="Ray Coulstock" userId="32d60e15f1384047" providerId="LiveId" clId="{7326A5DA-AC13-434D-BBCB-56E6A11702D1}" dt="2026-09-10T07:42:20.071" v="350" actId="1076"/>
          <ac:picMkLst>
            <pc:docMk/>
            <pc:sldMk cId="3824176616" sldId="2147479021"/>
            <ac:picMk id="4" creationId="{186DD2FC-561E-E01E-62D6-D43F614B09C3}"/>
          </ac:picMkLst>
        </pc:picChg>
        <pc:picChg chg="add mod">
          <ac:chgData name="Ray Coulstock" userId="32d60e15f1384047" providerId="LiveId" clId="{7326A5DA-AC13-434D-BBCB-56E6A11702D1}" dt="2026-09-10T07:38:19.338" v="294" actId="1076"/>
          <ac:picMkLst>
            <pc:docMk/>
            <pc:sldMk cId="3824176616" sldId="2147479021"/>
            <ac:picMk id="5" creationId="{E8F1DDC9-2F74-F3C3-C94E-0AD69C3FAB46}"/>
          </ac:picMkLst>
        </pc:picChg>
        <pc:picChg chg="add mod">
          <ac:chgData name="Ray Coulstock" userId="32d60e15f1384047" providerId="LiveId" clId="{7326A5DA-AC13-434D-BBCB-56E6A11702D1}" dt="2026-09-10T07:42:20.071" v="350" actId="1076"/>
          <ac:picMkLst>
            <pc:docMk/>
            <pc:sldMk cId="3824176616" sldId="2147479021"/>
            <ac:picMk id="8" creationId="{2AE30658-5E1F-8DF3-FE95-6925900F9D6F}"/>
          </ac:picMkLst>
        </pc:picChg>
        <pc:picChg chg="add mod">
          <ac:chgData name="Ray Coulstock" userId="32d60e15f1384047" providerId="LiveId" clId="{7326A5DA-AC13-434D-BBCB-56E6A11702D1}" dt="2026-09-10T07:42:25.967" v="351" actId="1076"/>
          <ac:picMkLst>
            <pc:docMk/>
            <pc:sldMk cId="3824176616" sldId="2147479021"/>
            <ac:picMk id="10" creationId="{8CC58875-B270-4570-3C7C-DCC3F3502E5A}"/>
          </ac:picMkLst>
        </pc:picChg>
        <pc:picChg chg="add mod">
          <ac:chgData name="Ray Coulstock" userId="32d60e15f1384047" providerId="LiveId" clId="{7326A5DA-AC13-434D-BBCB-56E6A11702D1}" dt="2026-09-10T07:42:25.967" v="351" actId="1076"/>
          <ac:picMkLst>
            <pc:docMk/>
            <pc:sldMk cId="3824176616" sldId="2147479021"/>
            <ac:picMk id="12" creationId="{E30E4A27-E6F7-5643-0454-4140E1D37F85}"/>
          </ac:picMkLst>
        </pc:picChg>
        <pc:picChg chg="add mod">
          <ac:chgData name="Ray Coulstock" userId="32d60e15f1384047" providerId="LiveId" clId="{7326A5DA-AC13-434D-BBCB-56E6A11702D1}" dt="2026-09-10T07:42:25.967" v="351" actId="1076"/>
          <ac:picMkLst>
            <pc:docMk/>
            <pc:sldMk cId="3824176616" sldId="2147479021"/>
            <ac:picMk id="14" creationId="{F37A3640-0380-DBB1-F3FF-FC9A48DFC3EF}"/>
          </ac:picMkLst>
        </pc:picChg>
        <pc:picChg chg="add mod ord">
          <ac:chgData name="Ray Coulstock" userId="32d60e15f1384047" providerId="LiveId" clId="{7326A5DA-AC13-434D-BBCB-56E6A11702D1}" dt="2026-09-10T07:42:47.339" v="354" actId="1076"/>
          <ac:picMkLst>
            <pc:docMk/>
            <pc:sldMk cId="3824176616" sldId="2147479021"/>
            <ac:picMk id="16" creationId="{B7663694-D296-E7C2-610F-9D3D72A9CFFD}"/>
          </ac:picMkLst>
        </pc:picChg>
        <pc:picChg chg="add mod">
          <ac:chgData name="Ray Coulstock" userId="32d60e15f1384047" providerId="LiveId" clId="{7326A5DA-AC13-434D-BBCB-56E6A11702D1}" dt="2026-09-10T07:42:47.339" v="354" actId="1076"/>
          <ac:picMkLst>
            <pc:docMk/>
            <pc:sldMk cId="3824176616" sldId="2147479021"/>
            <ac:picMk id="18" creationId="{0000B74D-61CE-EDE7-DF58-33060AFB1FFB}"/>
          </ac:picMkLst>
        </pc:picChg>
        <pc:picChg chg="add mod ord">
          <ac:chgData name="Ray Coulstock" userId="32d60e15f1384047" providerId="LiveId" clId="{7326A5DA-AC13-434D-BBCB-56E6A11702D1}" dt="2026-09-10T07:43:17.379" v="363" actId="1076"/>
          <ac:picMkLst>
            <pc:docMk/>
            <pc:sldMk cId="3824176616" sldId="2147479021"/>
            <ac:picMk id="20" creationId="{1D7C45C8-CC77-50BE-6345-F39543E33CB1}"/>
          </ac:picMkLst>
        </pc:picChg>
        <pc:picChg chg="add mod">
          <ac:chgData name="Ray Coulstock" userId="32d60e15f1384047" providerId="LiveId" clId="{7326A5DA-AC13-434D-BBCB-56E6A11702D1}" dt="2026-09-10T07:43:01.038" v="359" actId="1076"/>
          <ac:picMkLst>
            <pc:docMk/>
            <pc:sldMk cId="3824176616" sldId="2147479021"/>
            <ac:picMk id="24" creationId="{FF896003-18BA-3B3A-18FD-617AD8DABD13}"/>
          </ac:picMkLst>
        </pc:picChg>
      </pc:sldChg>
      <pc:sldChg chg="addSp delSp modSp add mod">
        <pc:chgData name="Ray Coulstock" userId="32d60e15f1384047" providerId="LiveId" clId="{7326A5DA-AC13-434D-BBCB-56E6A11702D1}" dt="2026-09-08T09:46:58.148" v="268" actId="1076"/>
        <pc:sldMkLst>
          <pc:docMk/>
          <pc:sldMk cId="2154041569" sldId="2147479022"/>
        </pc:sldMkLst>
        <pc:spChg chg="mod">
          <ac:chgData name="Ray Coulstock" userId="32d60e15f1384047" providerId="LiveId" clId="{7326A5DA-AC13-434D-BBCB-56E6A11702D1}" dt="2026-09-07T13:04:13.603" v="116"/>
          <ac:spMkLst>
            <pc:docMk/>
            <pc:sldMk cId="2154041569" sldId="2147479022"/>
            <ac:spMk id="2" creationId="{A5FE608F-D7BE-B2BC-0AE6-C848424DAC77}"/>
          </ac:spMkLst>
        </pc:spChg>
        <pc:spChg chg="add mod">
          <ac:chgData name="Ray Coulstock" userId="32d60e15f1384047" providerId="LiveId" clId="{7326A5DA-AC13-434D-BBCB-56E6A11702D1}" dt="2026-09-07T13:05:30.449" v="124" actId="1076"/>
          <ac:spMkLst>
            <pc:docMk/>
            <pc:sldMk cId="2154041569" sldId="2147479022"/>
            <ac:spMk id="7" creationId="{CA772F19-F3D7-F557-89B7-DA4EFDB0BE9F}"/>
          </ac:spMkLst>
        </pc:spChg>
        <pc:picChg chg="add mod">
          <ac:chgData name="Ray Coulstock" userId="32d60e15f1384047" providerId="LiveId" clId="{7326A5DA-AC13-434D-BBCB-56E6A11702D1}" dt="2026-09-08T09:46:58.148" v="268" actId="1076"/>
          <ac:picMkLst>
            <pc:docMk/>
            <pc:sldMk cId="2154041569" sldId="2147479022"/>
            <ac:picMk id="5" creationId="{0D5B4495-D7E1-CA95-5819-2F83947BA291}"/>
          </ac:picMkLst>
        </pc:picChg>
      </pc:sldChg>
      <pc:sldChg chg="addSp delSp modSp add mod">
        <pc:chgData name="Ray Coulstock" userId="32d60e15f1384047" providerId="LiveId" clId="{7326A5DA-AC13-434D-BBCB-56E6A11702D1}" dt="2026-09-10T08:09:35.028" v="475" actId="1076"/>
        <pc:sldMkLst>
          <pc:docMk/>
          <pc:sldMk cId="140352029" sldId="2147479023"/>
        </pc:sldMkLst>
        <pc:spChg chg="mod">
          <ac:chgData name="Ray Coulstock" userId="32d60e15f1384047" providerId="LiveId" clId="{7326A5DA-AC13-434D-BBCB-56E6A11702D1}" dt="2026-09-10T08:07:34.010" v="431" actId="20577"/>
          <ac:spMkLst>
            <pc:docMk/>
            <pc:sldMk cId="140352029" sldId="2147479023"/>
            <ac:spMk id="2" creationId="{3C61DB3D-53A8-9DD8-E19A-C66399482DD9}"/>
          </ac:spMkLst>
        </pc:spChg>
        <pc:spChg chg="add del mod">
          <ac:chgData name="Ray Coulstock" userId="32d60e15f1384047" providerId="LiveId" clId="{7326A5DA-AC13-434D-BBCB-56E6A11702D1}" dt="2026-09-10T08:07:13.450" v="419" actId="478"/>
          <ac:spMkLst>
            <pc:docMk/>
            <pc:sldMk cId="140352029" sldId="2147479023"/>
            <ac:spMk id="7" creationId="{0C59F845-6FB7-FCBC-770E-89C5005A07AC}"/>
          </ac:spMkLst>
        </pc:spChg>
        <pc:spChg chg="add mod">
          <ac:chgData name="Ray Coulstock" userId="32d60e15f1384047" providerId="LiveId" clId="{7326A5DA-AC13-434D-BBCB-56E6A11702D1}" dt="2026-09-10T08:09:31.061" v="474" actId="207"/>
          <ac:spMkLst>
            <pc:docMk/>
            <pc:sldMk cId="140352029" sldId="2147479023"/>
            <ac:spMk id="11" creationId="{B91C971B-A9D0-B423-52D1-23F8B45D852B}"/>
          </ac:spMkLst>
        </pc:spChg>
        <pc:spChg chg="add mod">
          <ac:chgData name="Ray Coulstock" userId="32d60e15f1384047" providerId="LiveId" clId="{7326A5DA-AC13-434D-BBCB-56E6A11702D1}" dt="2026-09-10T08:09:31.061" v="474" actId="207"/>
          <ac:spMkLst>
            <pc:docMk/>
            <pc:sldMk cId="140352029" sldId="2147479023"/>
            <ac:spMk id="13" creationId="{683D2B51-7629-A0DA-BB95-D3BD9DFEDFA1}"/>
          </ac:spMkLst>
        </pc:spChg>
        <pc:spChg chg="add mod">
          <ac:chgData name="Ray Coulstock" userId="32d60e15f1384047" providerId="LiveId" clId="{7326A5DA-AC13-434D-BBCB-56E6A11702D1}" dt="2026-09-10T08:09:35.028" v="475" actId="1076"/>
          <ac:spMkLst>
            <pc:docMk/>
            <pc:sldMk cId="140352029" sldId="2147479023"/>
            <ac:spMk id="15" creationId="{5DC41D5D-3B9C-9F2D-C06A-012BB83EE9ED}"/>
          </ac:spMkLst>
        </pc:spChg>
        <pc:picChg chg="add mod">
          <ac:chgData name="Ray Coulstock" userId="32d60e15f1384047" providerId="LiveId" clId="{7326A5DA-AC13-434D-BBCB-56E6A11702D1}" dt="2026-09-10T08:08:05.895" v="434" actId="1076"/>
          <ac:picMkLst>
            <pc:docMk/>
            <pc:sldMk cId="140352029" sldId="2147479023"/>
            <ac:picMk id="4" creationId="{505EE7C5-4C02-6F66-4736-A70E4B075C97}"/>
          </ac:picMkLst>
        </pc:picChg>
        <pc:picChg chg="add del mod">
          <ac:chgData name="Ray Coulstock" userId="32d60e15f1384047" providerId="LiveId" clId="{7326A5DA-AC13-434D-BBCB-56E6A11702D1}" dt="2026-09-10T08:02:54.552" v="412" actId="478"/>
          <ac:picMkLst>
            <pc:docMk/>
            <pc:sldMk cId="140352029" sldId="2147479023"/>
            <ac:picMk id="5" creationId="{21E4C10A-7082-9AD4-F3E3-AD2EFF98CF4D}"/>
          </ac:picMkLst>
        </pc:picChg>
        <pc:picChg chg="add mod">
          <ac:chgData name="Ray Coulstock" userId="32d60e15f1384047" providerId="LiveId" clId="{7326A5DA-AC13-434D-BBCB-56E6A11702D1}" dt="2026-09-10T08:08:08.526" v="435" actId="1076"/>
          <ac:picMkLst>
            <pc:docMk/>
            <pc:sldMk cId="140352029" sldId="2147479023"/>
            <ac:picMk id="8" creationId="{C1B4A5FF-0BBE-8919-E2D3-BA6D1E0E4FCB}"/>
          </ac:picMkLst>
        </pc:picChg>
        <pc:picChg chg="add mod">
          <ac:chgData name="Ray Coulstock" userId="32d60e15f1384047" providerId="LiveId" clId="{7326A5DA-AC13-434D-BBCB-56E6A11702D1}" dt="2026-09-10T08:08:11.515" v="436" actId="1076"/>
          <ac:picMkLst>
            <pc:docMk/>
            <pc:sldMk cId="140352029" sldId="2147479023"/>
            <ac:picMk id="10" creationId="{AA376F2C-BEBD-E51D-B262-8C9846502EC5}"/>
          </ac:picMkLst>
        </pc:picChg>
      </pc:sldChg>
      <pc:sldChg chg="modSp new mod">
        <pc:chgData name="Ray Coulstock" userId="32d60e15f1384047" providerId="LiveId" clId="{7326A5DA-AC13-434D-BBCB-56E6A11702D1}" dt="2026-09-07T13:07:10.495" v="144" actId="5793"/>
        <pc:sldMkLst>
          <pc:docMk/>
          <pc:sldMk cId="356523780" sldId="2147479024"/>
        </pc:sldMkLst>
        <pc:spChg chg="mod">
          <ac:chgData name="Ray Coulstock" userId="32d60e15f1384047" providerId="LiveId" clId="{7326A5DA-AC13-434D-BBCB-56E6A11702D1}" dt="2026-09-07T13:06:51.672" v="139" actId="14100"/>
          <ac:spMkLst>
            <pc:docMk/>
            <pc:sldMk cId="356523780" sldId="2147479024"/>
            <ac:spMk id="2" creationId="{D7AAFFD8-AB8A-F22A-1697-4E5E6BB73D42}"/>
          </ac:spMkLst>
        </pc:spChg>
        <pc:spChg chg="mod">
          <ac:chgData name="Ray Coulstock" userId="32d60e15f1384047" providerId="LiveId" clId="{7326A5DA-AC13-434D-BBCB-56E6A11702D1}" dt="2026-09-07T13:07:10.495" v="144" actId="5793"/>
          <ac:spMkLst>
            <pc:docMk/>
            <pc:sldMk cId="356523780" sldId="2147479024"/>
            <ac:spMk id="3" creationId="{50B18360-BF21-3409-8524-E481BB35BD6A}"/>
          </ac:spMkLst>
        </pc:spChg>
      </pc:sldChg>
      <pc:sldChg chg="addSp delSp modSp new mod ord">
        <pc:chgData name="Ray Coulstock" userId="32d60e15f1384047" providerId="LiveId" clId="{7326A5DA-AC13-434D-BBCB-56E6A11702D1}" dt="2026-09-07T13:09:13.012" v="160" actId="1076"/>
        <pc:sldMkLst>
          <pc:docMk/>
          <pc:sldMk cId="432222514" sldId="2147479025"/>
        </pc:sldMkLst>
        <pc:spChg chg="mod">
          <ac:chgData name="Ray Coulstock" userId="32d60e15f1384047" providerId="LiveId" clId="{7326A5DA-AC13-434D-BBCB-56E6A11702D1}" dt="2026-09-07T13:08:21.873" v="148"/>
          <ac:spMkLst>
            <pc:docMk/>
            <pc:sldMk cId="432222514" sldId="2147479025"/>
            <ac:spMk id="2" creationId="{7FEDF0B7-141E-32ED-FF1E-AFBFF38430B8}"/>
          </ac:spMkLst>
        </pc:spChg>
        <pc:spChg chg="add mod">
          <ac:chgData name="Ray Coulstock" userId="32d60e15f1384047" providerId="LiveId" clId="{7326A5DA-AC13-434D-BBCB-56E6A11702D1}" dt="2026-09-07T13:09:13.012" v="160" actId="1076"/>
          <ac:spMkLst>
            <pc:docMk/>
            <pc:sldMk cId="432222514" sldId="2147479025"/>
            <ac:spMk id="9" creationId="{71488ACA-86BF-8F16-33EA-202EE14278C7}"/>
          </ac:spMkLst>
        </pc:spChg>
        <pc:picChg chg="add mod">
          <ac:chgData name="Ray Coulstock" userId="32d60e15f1384047" providerId="LiveId" clId="{7326A5DA-AC13-434D-BBCB-56E6A11702D1}" dt="2026-09-07T13:08:42.192" v="152" actId="1076"/>
          <ac:picMkLst>
            <pc:docMk/>
            <pc:sldMk cId="432222514" sldId="2147479025"/>
            <ac:picMk id="5" creationId="{E0448836-0AFE-0424-8FF6-29D2889FEA40}"/>
          </ac:picMkLst>
        </pc:picChg>
        <pc:picChg chg="add mod">
          <ac:chgData name="Ray Coulstock" userId="32d60e15f1384047" providerId="LiveId" clId="{7326A5DA-AC13-434D-BBCB-56E6A11702D1}" dt="2026-09-07T13:08:56.397" v="155" actId="1076"/>
          <ac:picMkLst>
            <pc:docMk/>
            <pc:sldMk cId="432222514" sldId="2147479025"/>
            <ac:picMk id="7" creationId="{65180236-8FCB-A250-DE84-790B2B095B1D}"/>
          </ac:picMkLst>
        </pc:picChg>
      </pc:sldChg>
      <pc:sldChg chg="addSp modSp new mod">
        <pc:chgData name="Ray Coulstock" userId="32d60e15f1384047" providerId="LiveId" clId="{7326A5DA-AC13-434D-BBCB-56E6A11702D1}" dt="2026-09-07T13:09:56.168" v="169" actId="1076"/>
        <pc:sldMkLst>
          <pc:docMk/>
          <pc:sldMk cId="2959867210" sldId="2147479026"/>
        </pc:sldMkLst>
        <pc:spChg chg="mod">
          <ac:chgData name="Ray Coulstock" userId="32d60e15f1384047" providerId="LiveId" clId="{7326A5DA-AC13-434D-BBCB-56E6A11702D1}" dt="2026-09-07T13:09:31.214" v="163" actId="14100"/>
          <ac:spMkLst>
            <pc:docMk/>
            <pc:sldMk cId="2959867210" sldId="2147479026"/>
            <ac:spMk id="2" creationId="{2479754F-3F3A-CB32-6F1F-5DA75561F9CB}"/>
          </ac:spMkLst>
        </pc:spChg>
        <pc:spChg chg="mod">
          <ac:chgData name="Ray Coulstock" userId="32d60e15f1384047" providerId="LiveId" clId="{7326A5DA-AC13-434D-BBCB-56E6A11702D1}" dt="2026-09-07T13:09:43.324" v="165" actId="14100"/>
          <ac:spMkLst>
            <pc:docMk/>
            <pc:sldMk cId="2959867210" sldId="2147479026"/>
            <ac:spMk id="3" creationId="{99DD19F3-318B-E936-4D44-7B4C8D52543D}"/>
          </ac:spMkLst>
        </pc:spChg>
        <pc:spChg chg="add mod">
          <ac:chgData name="Ray Coulstock" userId="32d60e15f1384047" providerId="LiveId" clId="{7326A5DA-AC13-434D-BBCB-56E6A11702D1}" dt="2026-09-07T13:09:56.168" v="169" actId="1076"/>
          <ac:spMkLst>
            <pc:docMk/>
            <pc:sldMk cId="2959867210" sldId="2147479026"/>
            <ac:spMk id="5" creationId="{1CD64E00-FFD7-62E5-9938-0EAAD7F79951}"/>
          </ac:spMkLst>
        </pc:spChg>
      </pc:sldChg>
      <pc:sldChg chg="addSp modSp new mod">
        <pc:chgData name="Ray Coulstock" userId="32d60e15f1384047" providerId="LiveId" clId="{7326A5DA-AC13-434D-BBCB-56E6A11702D1}" dt="2026-09-07T13:11:11.500" v="184" actId="404"/>
        <pc:sldMkLst>
          <pc:docMk/>
          <pc:sldMk cId="1516157141" sldId="2147479027"/>
        </pc:sldMkLst>
        <pc:spChg chg="mod">
          <ac:chgData name="Ray Coulstock" userId="32d60e15f1384047" providerId="LiveId" clId="{7326A5DA-AC13-434D-BBCB-56E6A11702D1}" dt="2026-09-07T13:10:20.434" v="171"/>
          <ac:spMkLst>
            <pc:docMk/>
            <pc:sldMk cId="1516157141" sldId="2147479027"/>
            <ac:spMk id="2" creationId="{221634D6-D5F2-859F-AE79-C28104912143}"/>
          </ac:spMkLst>
        </pc:spChg>
        <pc:spChg chg="mod">
          <ac:chgData name="Ray Coulstock" userId="32d60e15f1384047" providerId="LiveId" clId="{7326A5DA-AC13-434D-BBCB-56E6A11702D1}" dt="2026-09-07T13:11:11.500" v="184" actId="404"/>
          <ac:spMkLst>
            <pc:docMk/>
            <pc:sldMk cId="1516157141" sldId="2147479027"/>
            <ac:spMk id="3" creationId="{890FF63F-36B8-88EA-E97A-8E016F960C4F}"/>
          </ac:spMkLst>
        </pc:spChg>
        <pc:spChg chg="add mod">
          <ac:chgData name="Ray Coulstock" userId="32d60e15f1384047" providerId="LiveId" clId="{7326A5DA-AC13-434D-BBCB-56E6A11702D1}" dt="2026-09-07T13:11:05.541" v="183" actId="1076"/>
          <ac:spMkLst>
            <pc:docMk/>
            <pc:sldMk cId="1516157141" sldId="2147479027"/>
            <ac:spMk id="7" creationId="{838C52E5-E828-66E4-9126-D53C7B99373B}"/>
          </ac:spMkLst>
        </pc:spChg>
        <pc:picChg chg="add mod">
          <ac:chgData name="Ray Coulstock" userId="32d60e15f1384047" providerId="LiveId" clId="{7326A5DA-AC13-434D-BBCB-56E6A11702D1}" dt="2026-09-07T13:10:48.310" v="178" actId="1076"/>
          <ac:picMkLst>
            <pc:docMk/>
            <pc:sldMk cId="1516157141" sldId="2147479027"/>
            <ac:picMk id="5" creationId="{EB022F64-7809-E53C-3A6E-3275F1482965}"/>
          </ac:picMkLst>
        </pc:picChg>
      </pc:sldChg>
      <pc:sldChg chg="addSp delSp modSp new mod">
        <pc:chgData name="Ray Coulstock" userId="32d60e15f1384047" providerId="LiveId" clId="{7326A5DA-AC13-434D-BBCB-56E6A11702D1}" dt="2026-09-07T13:11:53.440" v="193" actId="1076"/>
        <pc:sldMkLst>
          <pc:docMk/>
          <pc:sldMk cId="581256344" sldId="2147479028"/>
        </pc:sldMkLst>
        <pc:spChg chg="mod">
          <ac:chgData name="Ray Coulstock" userId="32d60e15f1384047" providerId="LiveId" clId="{7326A5DA-AC13-434D-BBCB-56E6A11702D1}" dt="2026-09-07T13:11:35.935" v="189" actId="20577"/>
          <ac:spMkLst>
            <pc:docMk/>
            <pc:sldMk cId="581256344" sldId="2147479028"/>
            <ac:spMk id="2" creationId="{D6C7E98A-4614-3691-3714-6DF96D2E55A2}"/>
          </ac:spMkLst>
        </pc:spChg>
        <pc:picChg chg="add mod">
          <ac:chgData name="Ray Coulstock" userId="32d60e15f1384047" providerId="LiveId" clId="{7326A5DA-AC13-434D-BBCB-56E6A11702D1}" dt="2026-09-07T13:11:53.440" v="193" actId="1076"/>
          <ac:picMkLst>
            <pc:docMk/>
            <pc:sldMk cId="581256344" sldId="2147479028"/>
            <ac:picMk id="5" creationId="{D18A6D6D-21FE-E616-EACD-0044F1E4A13D}"/>
          </ac:picMkLst>
        </pc:picChg>
      </pc:sldChg>
      <pc:sldChg chg="addSp delSp modSp add mod">
        <pc:chgData name="Ray Coulstock" userId="32d60e15f1384047" providerId="LiveId" clId="{7326A5DA-AC13-434D-BBCB-56E6A11702D1}" dt="2026-09-07T13:12:55.409" v="204" actId="1076"/>
        <pc:sldMkLst>
          <pc:docMk/>
          <pc:sldMk cId="2607622909" sldId="2147479029"/>
        </pc:sldMkLst>
        <pc:spChg chg="mod">
          <ac:chgData name="Ray Coulstock" userId="32d60e15f1384047" providerId="LiveId" clId="{7326A5DA-AC13-434D-BBCB-56E6A11702D1}" dt="2026-09-07T13:12:14.016" v="195" actId="14100"/>
          <ac:spMkLst>
            <pc:docMk/>
            <pc:sldMk cId="2607622909" sldId="2147479029"/>
            <ac:spMk id="2" creationId="{E86B2D51-4B68-D982-924E-B9AEB1FFC890}"/>
          </ac:spMkLst>
        </pc:spChg>
        <pc:spChg chg="add mod">
          <ac:chgData name="Ray Coulstock" userId="32d60e15f1384047" providerId="LiveId" clId="{7326A5DA-AC13-434D-BBCB-56E6A11702D1}" dt="2026-09-07T13:12:55.409" v="204" actId="1076"/>
          <ac:spMkLst>
            <pc:docMk/>
            <pc:sldMk cId="2607622909" sldId="2147479029"/>
            <ac:spMk id="7" creationId="{C91C7F8E-67F4-DF28-D098-7BEF27628032}"/>
          </ac:spMkLst>
        </pc:spChg>
        <pc:picChg chg="add mod">
          <ac:chgData name="Ray Coulstock" userId="32d60e15f1384047" providerId="LiveId" clId="{7326A5DA-AC13-434D-BBCB-56E6A11702D1}" dt="2026-09-07T13:12:37.588" v="199" actId="1076"/>
          <ac:picMkLst>
            <pc:docMk/>
            <pc:sldMk cId="2607622909" sldId="2147479029"/>
            <ac:picMk id="5" creationId="{9DE1B2CA-3EB3-559A-A704-D3808EBFAD42}"/>
          </ac:picMkLst>
        </pc:picChg>
      </pc:sldChg>
      <pc:sldChg chg="addSp delSp modSp add mod ord">
        <pc:chgData name="Ray Coulstock" userId="32d60e15f1384047" providerId="LiveId" clId="{7326A5DA-AC13-434D-BBCB-56E6A11702D1}" dt="2026-09-07T13:14:32.457" v="216" actId="1076"/>
        <pc:sldMkLst>
          <pc:docMk/>
          <pc:sldMk cId="2424606246" sldId="2147479030"/>
        </pc:sldMkLst>
        <pc:spChg chg="mod">
          <ac:chgData name="Ray Coulstock" userId="32d60e15f1384047" providerId="LiveId" clId="{7326A5DA-AC13-434D-BBCB-56E6A11702D1}" dt="2026-09-07T13:13:27.315" v="208" actId="20577"/>
          <ac:spMkLst>
            <pc:docMk/>
            <pc:sldMk cId="2424606246" sldId="2147479030"/>
            <ac:spMk id="2" creationId="{B11D5753-434F-B714-96A0-EB721CA514DD}"/>
          </ac:spMkLst>
        </pc:spChg>
        <pc:spChg chg="add mod">
          <ac:chgData name="Ray Coulstock" userId="32d60e15f1384047" providerId="LiveId" clId="{7326A5DA-AC13-434D-BBCB-56E6A11702D1}" dt="2026-09-07T13:14:32.457" v="216" actId="1076"/>
          <ac:spMkLst>
            <pc:docMk/>
            <pc:sldMk cId="2424606246" sldId="2147479030"/>
            <ac:spMk id="7" creationId="{0B982EF4-52E3-A4AB-1F76-96ECE6D8BFB7}"/>
          </ac:spMkLst>
        </pc:spChg>
        <pc:picChg chg="add mod">
          <ac:chgData name="Ray Coulstock" userId="32d60e15f1384047" providerId="LiveId" clId="{7326A5DA-AC13-434D-BBCB-56E6A11702D1}" dt="2026-09-07T13:13:45" v="212" actId="1076"/>
          <ac:picMkLst>
            <pc:docMk/>
            <pc:sldMk cId="2424606246" sldId="2147479030"/>
            <ac:picMk id="5" creationId="{A3EFA4F5-2278-9277-6B03-FB3DE0337AB0}"/>
          </ac:picMkLst>
        </pc:picChg>
      </pc:sldChg>
      <pc:sldChg chg="addSp delSp modSp new mod">
        <pc:chgData name="Ray Coulstock" userId="32d60e15f1384047" providerId="LiveId" clId="{7326A5DA-AC13-434D-BBCB-56E6A11702D1}" dt="2026-09-07T13:15:30.211" v="227" actId="1076"/>
        <pc:sldMkLst>
          <pc:docMk/>
          <pc:sldMk cId="2821368722" sldId="2147479031"/>
        </pc:sldMkLst>
        <pc:spChg chg="mod">
          <ac:chgData name="Ray Coulstock" userId="32d60e15f1384047" providerId="LiveId" clId="{7326A5DA-AC13-434D-BBCB-56E6A11702D1}" dt="2026-09-07T13:14:59.683" v="219"/>
          <ac:spMkLst>
            <pc:docMk/>
            <pc:sldMk cId="2821368722" sldId="2147479031"/>
            <ac:spMk id="2" creationId="{F435201E-CDEC-EE43-18F9-A6C281CB888C}"/>
          </ac:spMkLst>
        </pc:spChg>
        <pc:spChg chg="add mod">
          <ac:chgData name="Ray Coulstock" userId="32d60e15f1384047" providerId="LiveId" clId="{7326A5DA-AC13-434D-BBCB-56E6A11702D1}" dt="2026-09-07T13:15:30.211" v="227" actId="1076"/>
          <ac:spMkLst>
            <pc:docMk/>
            <pc:sldMk cId="2821368722" sldId="2147479031"/>
            <ac:spMk id="7" creationId="{9A35385A-D58C-752F-A0DD-46EF6D84985F}"/>
          </ac:spMkLst>
        </pc:spChg>
        <pc:picChg chg="add mod">
          <ac:chgData name="Ray Coulstock" userId="32d60e15f1384047" providerId="LiveId" clId="{7326A5DA-AC13-434D-BBCB-56E6A11702D1}" dt="2026-09-07T13:15:18.721" v="223" actId="1076"/>
          <ac:picMkLst>
            <pc:docMk/>
            <pc:sldMk cId="2821368722" sldId="2147479031"/>
            <ac:picMk id="5" creationId="{2C7A8478-E9CC-55EF-93C6-5C2D69733ECE}"/>
          </ac:picMkLst>
        </pc:picChg>
      </pc:sldChg>
      <pc:sldChg chg="addSp delSp modSp new mod">
        <pc:chgData name="Ray Coulstock" userId="32d60e15f1384047" providerId="LiveId" clId="{7326A5DA-AC13-434D-BBCB-56E6A11702D1}" dt="2026-09-07T13:16:21.860" v="237" actId="1076"/>
        <pc:sldMkLst>
          <pc:docMk/>
          <pc:sldMk cId="2410217155" sldId="2147479032"/>
        </pc:sldMkLst>
        <pc:spChg chg="mod">
          <ac:chgData name="Ray Coulstock" userId="32d60e15f1384047" providerId="LiveId" clId="{7326A5DA-AC13-434D-BBCB-56E6A11702D1}" dt="2026-09-07T13:15:42.059" v="229" actId="20577"/>
          <ac:spMkLst>
            <pc:docMk/>
            <pc:sldMk cId="2410217155" sldId="2147479032"/>
            <ac:spMk id="2" creationId="{2A545692-D74B-5665-64CF-C0675C63176B}"/>
          </ac:spMkLst>
        </pc:spChg>
        <pc:spChg chg="add mod">
          <ac:chgData name="Ray Coulstock" userId="32d60e15f1384047" providerId="LiveId" clId="{7326A5DA-AC13-434D-BBCB-56E6A11702D1}" dt="2026-09-07T13:16:21.860" v="237" actId="1076"/>
          <ac:spMkLst>
            <pc:docMk/>
            <pc:sldMk cId="2410217155" sldId="2147479032"/>
            <ac:spMk id="7" creationId="{D916192B-E530-2B50-BCAE-343D0E72B7F7}"/>
          </ac:spMkLst>
        </pc:spChg>
        <pc:picChg chg="add mod">
          <ac:chgData name="Ray Coulstock" userId="32d60e15f1384047" providerId="LiveId" clId="{7326A5DA-AC13-434D-BBCB-56E6A11702D1}" dt="2026-09-07T13:16:00.985" v="233" actId="1076"/>
          <ac:picMkLst>
            <pc:docMk/>
            <pc:sldMk cId="2410217155" sldId="2147479032"/>
            <ac:picMk id="5" creationId="{5E94DDCB-D6AA-1E17-C520-BAD1CC725BC3}"/>
          </ac:picMkLst>
        </pc:picChg>
      </pc:sldChg>
      <pc:sldChg chg="addSp delSp modSp new mod">
        <pc:chgData name="Ray Coulstock" userId="32d60e15f1384047" providerId="LiveId" clId="{7326A5DA-AC13-434D-BBCB-56E6A11702D1}" dt="2026-09-07T13:17:25.805" v="249" actId="1076"/>
        <pc:sldMkLst>
          <pc:docMk/>
          <pc:sldMk cId="1991300297" sldId="2147479033"/>
        </pc:sldMkLst>
        <pc:spChg chg="mod">
          <ac:chgData name="Ray Coulstock" userId="32d60e15f1384047" providerId="LiveId" clId="{7326A5DA-AC13-434D-BBCB-56E6A11702D1}" dt="2026-09-07T13:16:41.077" v="240"/>
          <ac:spMkLst>
            <pc:docMk/>
            <pc:sldMk cId="1991300297" sldId="2147479033"/>
            <ac:spMk id="2" creationId="{A93B815F-D6C3-0E29-19B3-C760163FB045}"/>
          </ac:spMkLst>
        </pc:spChg>
        <pc:spChg chg="add mod">
          <ac:chgData name="Ray Coulstock" userId="32d60e15f1384047" providerId="LiveId" clId="{7326A5DA-AC13-434D-BBCB-56E6A11702D1}" dt="2026-09-07T13:17:25.805" v="249" actId="1076"/>
          <ac:spMkLst>
            <pc:docMk/>
            <pc:sldMk cId="1991300297" sldId="2147479033"/>
            <ac:spMk id="7" creationId="{F86C7778-C06D-B8EA-5B77-5FC68AE2DE2B}"/>
          </ac:spMkLst>
        </pc:spChg>
        <pc:picChg chg="add mod">
          <ac:chgData name="Ray Coulstock" userId="32d60e15f1384047" providerId="LiveId" clId="{7326A5DA-AC13-434D-BBCB-56E6A11702D1}" dt="2026-09-07T13:17:00.792" v="245" actId="1076"/>
          <ac:picMkLst>
            <pc:docMk/>
            <pc:sldMk cId="1991300297" sldId="2147479033"/>
            <ac:picMk id="5" creationId="{D685BAC2-EF5A-2A60-1C12-9E8388DE2ADE}"/>
          </ac:picMkLst>
        </pc:picChg>
      </pc:sldChg>
      <pc:sldChg chg="addSp delSp modSp add mod">
        <pc:chgData name="Ray Coulstock" userId="32d60e15f1384047" providerId="LiveId" clId="{7326A5DA-AC13-434D-BBCB-56E6A11702D1}" dt="2026-09-07T13:18:10.581" v="260" actId="1076"/>
        <pc:sldMkLst>
          <pc:docMk/>
          <pc:sldMk cId="2802961199" sldId="2147479034"/>
        </pc:sldMkLst>
        <pc:spChg chg="mod">
          <ac:chgData name="Ray Coulstock" userId="32d60e15f1384047" providerId="LiveId" clId="{7326A5DA-AC13-434D-BBCB-56E6A11702D1}" dt="2026-09-07T13:17:34.718" v="250"/>
          <ac:spMkLst>
            <pc:docMk/>
            <pc:sldMk cId="2802961199" sldId="2147479034"/>
            <ac:spMk id="2" creationId="{4324130A-51BB-CA29-2FCE-6181609C027A}"/>
          </ac:spMkLst>
        </pc:spChg>
        <pc:spChg chg="add mod">
          <ac:chgData name="Ray Coulstock" userId="32d60e15f1384047" providerId="LiveId" clId="{7326A5DA-AC13-434D-BBCB-56E6A11702D1}" dt="2026-09-07T13:18:10.581" v="260" actId="1076"/>
          <ac:spMkLst>
            <pc:docMk/>
            <pc:sldMk cId="2802961199" sldId="2147479034"/>
            <ac:spMk id="7" creationId="{504B371F-86D9-F16B-3821-1CD579E9D98A}"/>
          </ac:spMkLst>
        </pc:spChg>
        <pc:picChg chg="add mod">
          <ac:chgData name="Ray Coulstock" userId="32d60e15f1384047" providerId="LiveId" clId="{7326A5DA-AC13-434D-BBCB-56E6A11702D1}" dt="2026-09-07T13:17:56.811" v="256" actId="1076"/>
          <ac:picMkLst>
            <pc:docMk/>
            <pc:sldMk cId="2802961199" sldId="2147479034"/>
            <ac:picMk id="5" creationId="{F13FED38-0D72-E264-75E3-218E7231A9B8}"/>
          </ac:picMkLst>
        </pc:picChg>
      </pc:sldChg>
      <pc:sldChg chg="modSp new mod">
        <pc:chgData name="Ray Coulstock" userId="32d60e15f1384047" providerId="LiveId" clId="{7326A5DA-AC13-434D-BBCB-56E6A11702D1}" dt="2026-09-07T13:19:12.612" v="265" actId="5793"/>
        <pc:sldMkLst>
          <pc:docMk/>
          <pc:sldMk cId="708616100" sldId="2147479035"/>
        </pc:sldMkLst>
        <pc:spChg chg="mod">
          <ac:chgData name="Ray Coulstock" userId="32d60e15f1384047" providerId="LiveId" clId="{7326A5DA-AC13-434D-BBCB-56E6A11702D1}" dt="2026-09-07T13:19:05.605" v="263" actId="20577"/>
          <ac:spMkLst>
            <pc:docMk/>
            <pc:sldMk cId="708616100" sldId="2147479035"/>
            <ac:spMk id="2" creationId="{BABAD56E-B1E1-785E-25EF-03A6AE30FC28}"/>
          </ac:spMkLst>
        </pc:spChg>
        <pc:spChg chg="mod">
          <ac:chgData name="Ray Coulstock" userId="32d60e15f1384047" providerId="LiveId" clId="{7326A5DA-AC13-434D-BBCB-56E6A11702D1}" dt="2026-09-07T13:19:12.612" v="265" actId="5793"/>
          <ac:spMkLst>
            <pc:docMk/>
            <pc:sldMk cId="708616100" sldId="2147479035"/>
            <ac:spMk id="3" creationId="{D3A9FD37-F0A4-5D9B-DCD9-F6B8DB820B60}"/>
          </ac:spMkLst>
        </pc:spChg>
      </pc:sldChg>
      <pc:sldChg chg="addSp delSp modSp add mod">
        <pc:chgData name="Ray Coulstock" userId="32d60e15f1384047" providerId="LiveId" clId="{7326A5DA-AC13-434D-BBCB-56E6A11702D1}" dt="2026-09-10T08:11:32.897" v="499" actId="1076"/>
        <pc:sldMkLst>
          <pc:docMk/>
          <pc:sldMk cId="3111983678" sldId="2147479036"/>
        </pc:sldMkLst>
        <pc:spChg chg="mod">
          <ac:chgData name="Ray Coulstock" userId="32d60e15f1384047" providerId="LiveId" clId="{7326A5DA-AC13-434D-BBCB-56E6A11702D1}" dt="2026-09-10T08:10:35.559" v="493" actId="20577"/>
          <ac:spMkLst>
            <pc:docMk/>
            <pc:sldMk cId="3111983678" sldId="2147479036"/>
            <ac:spMk id="2" creationId="{B297F786-81D6-896F-AEB6-308CA61D1688}"/>
          </ac:spMkLst>
        </pc:spChg>
        <pc:spChg chg="del">
          <ac:chgData name="Ray Coulstock" userId="32d60e15f1384047" providerId="LiveId" clId="{7326A5DA-AC13-434D-BBCB-56E6A11702D1}" dt="2026-09-10T08:10:18.507" v="478" actId="478"/>
          <ac:spMkLst>
            <pc:docMk/>
            <pc:sldMk cId="3111983678" sldId="2147479036"/>
            <ac:spMk id="7" creationId="{098BDA3A-D46A-D91C-B3DB-A1F3D0B9737A}"/>
          </ac:spMkLst>
        </pc:spChg>
        <pc:picChg chg="add mod">
          <ac:chgData name="Ray Coulstock" userId="32d60e15f1384047" providerId="LiveId" clId="{7326A5DA-AC13-434D-BBCB-56E6A11702D1}" dt="2026-09-10T08:11:31.333" v="498" actId="1076"/>
          <ac:picMkLst>
            <pc:docMk/>
            <pc:sldMk cId="3111983678" sldId="2147479036"/>
            <ac:picMk id="4" creationId="{D8417500-3DDF-2AF9-3E7E-73A89552062D}"/>
          </ac:picMkLst>
        </pc:picChg>
        <pc:picChg chg="del">
          <ac:chgData name="Ray Coulstock" userId="32d60e15f1384047" providerId="LiveId" clId="{7326A5DA-AC13-434D-BBCB-56E6A11702D1}" dt="2026-09-10T08:02:57.742" v="413" actId="478"/>
          <ac:picMkLst>
            <pc:docMk/>
            <pc:sldMk cId="3111983678" sldId="2147479036"/>
            <ac:picMk id="5" creationId="{843CDB2F-7D25-9A89-40B7-46E9E95E6B7D}"/>
          </ac:picMkLst>
        </pc:picChg>
        <pc:picChg chg="add mod">
          <ac:chgData name="Ray Coulstock" userId="32d60e15f1384047" providerId="LiveId" clId="{7326A5DA-AC13-434D-BBCB-56E6A11702D1}" dt="2026-09-10T08:11:32.897" v="499" actId="1076"/>
          <ac:picMkLst>
            <pc:docMk/>
            <pc:sldMk cId="3111983678" sldId="2147479036"/>
            <ac:picMk id="8" creationId="{9C0AFC3E-B0C3-749A-6D8A-C390D8654AC4}"/>
          </ac:picMkLst>
        </pc:picChg>
      </pc:sldChg>
      <pc:sldChg chg="addSp delSp modSp add mod ord">
        <pc:chgData name="Ray Coulstock" userId="32d60e15f1384047" providerId="LiveId" clId="{7326A5DA-AC13-434D-BBCB-56E6A11702D1}" dt="2026-09-10T08:12:56.805" v="500" actId="113"/>
        <pc:sldMkLst>
          <pc:docMk/>
          <pc:sldMk cId="428644869" sldId="2147479037"/>
        </pc:sldMkLst>
        <pc:spChg chg="mod">
          <ac:chgData name="Ray Coulstock" userId="32d60e15f1384047" providerId="LiveId" clId="{7326A5DA-AC13-434D-BBCB-56E6A11702D1}" dt="2026-09-10T08:00:57.728" v="391" actId="5793"/>
          <ac:spMkLst>
            <pc:docMk/>
            <pc:sldMk cId="428644869" sldId="2147479037"/>
            <ac:spMk id="2" creationId="{7F11A62E-1B26-8711-EEFD-5AD5FA1AC5AE}"/>
          </ac:spMkLst>
        </pc:spChg>
        <pc:spChg chg="del">
          <ac:chgData name="Ray Coulstock" userId="32d60e15f1384047" providerId="LiveId" clId="{7326A5DA-AC13-434D-BBCB-56E6A11702D1}" dt="2026-09-10T08:00:13.848" v="370" actId="478"/>
          <ac:spMkLst>
            <pc:docMk/>
            <pc:sldMk cId="428644869" sldId="2147479037"/>
            <ac:spMk id="7" creationId="{7014194F-3FA0-E30B-B077-91FC96BC5D4B}"/>
          </ac:spMkLst>
        </pc:spChg>
        <pc:spChg chg="add mod">
          <ac:chgData name="Ray Coulstock" userId="32d60e15f1384047" providerId="LiveId" clId="{7326A5DA-AC13-434D-BBCB-56E6A11702D1}" dt="2026-09-10T08:02:00.206" v="403" actId="15"/>
          <ac:spMkLst>
            <pc:docMk/>
            <pc:sldMk cId="428644869" sldId="2147479037"/>
            <ac:spMk id="8" creationId="{EECC3552-0030-071B-F750-45ED6458E024}"/>
          </ac:spMkLst>
        </pc:spChg>
        <pc:spChg chg="add mod">
          <ac:chgData name="Ray Coulstock" userId="32d60e15f1384047" providerId="LiveId" clId="{7326A5DA-AC13-434D-BBCB-56E6A11702D1}" dt="2026-09-10T08:12:56.805" v="500" actId="113"/>
          <ac:spMkLst>
            <pc:docMk/>
            <pc:sldMk cId="428644869" sldId="2147479037"/>
            <ac:spMk id="10" creationId="{3DBA3FF3-EB87-E6D0-168C-B3EE7A5EB1BD}"/>
          </ac:spMkLst>
        </pc:spChg>
        <pc:picChg chg="add mod">
          <ac:chgData name="Ray Coulstock" userId="32d60e15f1384047" providerId="LiveId" clId="{7326A5DA-AC13-434D-BBCB-56E6A11702D1}" dt="2026-09-10T08:01:52.039" v="401" actId="1076"/>
          <ac:picMkLst>
            <pc:docMk/>
            <pc:sldMk cId="428644869" sldId="2147479037"/>
            <ac:picMk id="4" creationId="{C26A83C5-3093-F085-4317-729AF45F30AA}"/>
          </ac:picMkLst>
        </pc:picChg>
        <pc:picChg chg="del mod">
          <ac:chgData name="Ray Coulstock" userId="32d60e15f1384047" providerId="LiveId" clId="{7326A5DA-AC13-434D-BBCB-56E6A11702D1}" dt="2026-09-10T08:00:16.858" v="371" actId="478"/>
          <ac:picMkLst>
            <pc:docMk/>
            <pc:sldMk cId="428644869" sldId="2147479037"/>
            <ac:picMk id="5" creationId="{9B55E6D0-22A5-FEE1-67D9-EE9059F2094A}"/>
          </ac:picMkLst>
        </pc:picChg>
      </pc:sldChg>
      <pc:sldChg chg="addSp delSp modSp new mod ord">
        <pc:chgData name="Ray Coulstock" userId="32d60e15f1384047" providerId="LiveId" clId="{7326A5DA-AC13-434D-BBCB-56E6A11702D1}" dt="2026-09-10T08:15:31.702" v="553" actId="1076"/>
        <pc:sldMkLst>
          <pc:docMk/>
          <pc:sldMk cId="751205122" sldId="2147479038"/>
        </pc:sldMkLst>
        <pc:spChg chg="mod">
          <ac:chgData name="Ray Coulstock" userId="32d60e15f1384047" providerId="LiveId" clId="{7326A5DA-AC13-434D-BBCB-56E6A11702D1}" dt="2026-09-10T08:13:45.090" v="542" actId="20577"/>
          <ac:spMkLst>
            <pc:docMk/>
            <pc:sldMk cId="751205122" sldId="2147479038"/>
            <ac:spMk id="2" creationId="{09BE1542-A292-9FB0-97E6-798A7E65DCE9}"/>
          </ac:spMkLst>
        </pc:spChg>
        <pc:spChg chg="del">
          <ac:chgData name="Ray Coulstock" userId="32d60e15f1384047" providerId="LiveId" clId="{7326A5DA-AC13-434D-BBCB-56E6A11702D1}" dt="2026-09-10T08:13:20.190" v="502" actId="478"/>
          <ac:spMkLst>
            <pc:docMk/>
            <pc:sldMk cId="751205122" sldId="2147479038"/>
            <ac:spMk id="3" creationId="{929E04C3-2E88-7DF8-279A-70263D9A7FC4}"/>
          </ac:spMkLst>
        </pc:spChg>
        <pc:spChg chg="add mod">
          <ac:chgData name="Ray Coulstock" userId="32d60e15f1384047" providerId="LiveId" clId="{7326A5DA-AC13-434D-BBCB-56E6A11702D1}" dt="2026-09-10T08:13:28.445" v="505" actId="1076"/>
          <ac:spMkLst>
            <pc:docMk/>
            <pc:sldMk cId="751205122" sldId="2147479038"/>
            <ac:spMk id="5" creationId="{0959AED9-0C0F-806B-FA4C-9BB4F275B978}"/>
          </ac:spMkLst>
        </pc:spChg>
        <pc:picChg chg="add mod">
          <ac:chgData name="Ray Coulstock" userId="32d60e15f1384047" providerId="LiveId" clId="{7326A5DA-AC13-434D-BBCB-56E6A11702D1}" dt="2026-09-10T08:14:22.005" v="546" actId="1076"/>
          <ac:picMkLst>
            <pc:docMk/>
            <pc:sldMk cId="751205122" sldId="2147479038"/>
            <ac:picMk id="7" creationId="{054709A5-7D32-A702-9299-22BD000F9AFF}"/>
          </ac:picMkLst>
        </pc:picChg>
        <pc:picChg chg="add mod">
          <ac:chgData name="Ray Coulstock" userId="32d60e15f1384047" providerId="LiveId" clId="{7326A5DA-AC13-434D-BBCB-56E6A11702D1}" dt="2026-09-10T08:15:31.702" v="553" actId="1076"/>
          <ac:picMkLst>
            <pc:docMk/>
            <pc:sldMk cId="751205122" sldId="2147479038"/>
            <ac:picMk id="9" creationId="{D63A4909-759A-AA84-F203-B64FFB9C89DA}"/>
          </ac:picMkLst>
        </pc:picChg>
        <pc:picChg chg="add del mod">
          <ac:chgData name="Ray Coulstock" userId="32d60e15f1384047" providerId="LiveId" clId="{7326A5DA-AC13-434D-BBCB-56E6A11702D1}" dt="2026-09-10T08:15:28.867" v="552" actId="478"/>
          <ac:picMkLst>
            <pc:docMk/>
            <pc:sldMk cId="751205122" sldId="2147479038"/>
            <ac:picMk id="11" creationId="{0866C9F0-C86D-A7AF-5217-26F2C85305C5}"/>
          </ac:picMkLst>
        </pc:picChg>
      </pc:sldChg>
      <pc:sldChg chg="addSp delSp modSp new mod">
        <pc:chgData name="Ray Coulstock" userId="32d60e15f1384047" providerId="LiveId" clId="{7326A5DA-AC13-434D-BBCB-56E6A11702D1}" dt="2026-09-10T09:44:39.523" v="650" actId="20577"/>
        <pc:sldMkLst>
          <pc:docMk/>
          <pc:sldMk cId="3401524302" sldId="2147479039"/>
        </pc:sldMkLst>
        <pc:spChg chg="mod">
          <ac:chgData name="Ray Coulstock" userId="32d60e15f1384047" providerId="LiveId" clId="{7326A5DA-AC13-434D-BBCB-56E6A11702D1}" dt="2026-09-10T09:40:36.729" v="577" actId="20577"/>
          <ac:spMkLst>
            <pc:docMk/>
            <pc:sldMk cId="3401524302" sldId="2147479039"/>
            <ac:spMk id="2" creationId="{F8658DB7-BDD0-34E6-285E-FC84F794C751}"/>
          </ac:spMkLst>
        </pc:spChg>
        <pc:spChg chg="del">
          <ac:chgData name="Ray Coulstock" userId="32d60e15f1384047" providerId="LiveId" clId="{7326A5DA-AC13-434D-BBCB-56E6A11702D1}" dt="2026-09-10T09:40:11.048" v="557" actId="478"/>
          <ac:spMkLst>
            <pc:docMk/>
            <pc:sldMk cId="3401524302" sldId="2147479039"/>
            <ac:spMk id="3" creationId="{6A37CF3A-E1CC-6E5E-8975-594FEE547D7A}"/>
          </ac:spMkLst>
        </pc:spChg>
        <pc:spChg chg="add mod">
          <ac:chgData name="Ray Coulstock" userId="32d60e15f1384047" providerId="LiveId" clId="{7326A5DA-AC13-434D-BBCB-56E6A11702D1}" dt="2026-09-10T09:42:22.164" v="589" actId="33524"/>
          <ac:spMkLst>
            <pc:docMk/>
            <pc:sldMk cId="3401524302" sldId="2147479039"/>
            <ac:spMk id="7" creationId="{157B16BC-9025-41DB-82C2-45908BD0A152}"/>
          </ac:spMkLst>
        </pc:spChg>
        <pc:spChg chg="add mod">
          <ac:chgData name="Ray Coulstock" userId="32d60e15f1384047" providerId="LiveId" clId="{7326A5DA-AC13-434D-BBCB-56E6A11702D1}" dt="2026-09-10T09:43:33.534" v="617" actId="1076"/>
          <ac:spMkLst>
            <pc:docMk/>
            <pc:sldMk cId="3401524302" sldId="2147479039"/>
            <ac:spMk id="12" creationId="{1D2F91D8-D559-27E9-4682-0B0B38DB05F2}"/>
          </ac:spMkLst>
        </pc:spChg>
        <pc:spChg chg="add mod">
          <ac:chgData name="Ray Coulstock" userId="32d60e15f1384047" providerId="LiveId" clId="{7326A5DA-AC13-434D-BBCB-56E6A11702D1}" dt="2026-09-10T09:44:32.458" v="638" actId="20577"/>
          <ac:spMkLst>
            <pc:docMk/>
            <pc:sldMk cId="3401524302" sldId="2147479039"/>
            <ac:spMk id="16" creationId="{92839F6E-D0B8-E49F-A264-378669D5D849}"/>
          </ac:spMkLst>
        </pc:spChg>
        <pc:spChg chg="add mod">
          <ac:chgData name="Ray Coulstock" userId="32d60e15f1384047" providerId="LiveId" clId="{7326A5DA-AC13-434D-BBCB-56E6A11702D1}" dt="2026-09-10T09:44:39.523" v="650" actId="20577"/>
          <ac:spMkLst>
            <pc:docMk/>
            <pc:sldMk cId="3401524302" sldId="2147479039"/>
            <ac:spMk id="18" creationId="{98956009-B4A4-7A1D-5D49-8F4D7C6A1E59}"/>
          </ac:spMkLst>
        </pc:spChg>
        <pc:picChg chg="add mod">
          <ac:chgData name="Ray Coulstock" userId="32d60e15f1384047" providerId="LiveId" clId="{7326A5DA-AC13-434D-BBCB-56E6A11702D1}" dt="2026-09-10T09:42:10.155" v="587" actId="1076"/>
          <ac:picMkLst>
            <pc:docMk/>
            <pc:sldMk cId="3401524302" sldId="2147479039"/>
            <ac:picMk id="5" creationId="{46DF7E99-A505-C8ED-509D-4C134BAF1746}"/>
          </ac:picMkLst>
        </pc:picChg>
        <pc:picChg chg="add mod">
          <ac:chgData name="Ray Coulstock" userId="32d60e15f1384047" providerId="LiveId" clId="{7326A5DA-AC13-434D-BBCB-56E6A11702D1}" dt="2026-09-10T09:43:38.184" v="618" actId="1076"/>
          <ac:picMkLst>
            <pc:docMk/>
            <pc:sldMk cId="3401524302" sldId="2147479039"/>
            <ac:picMk id="9" creationId="{9D6093EC-205E-1D04-2B5A-7BB163F57EDC}"/>
          </ac:picMkLst>
        </pc:picChg>
        <pc:picChg chg="add mod">
          <ac:chgData name="Ray Coulstock" userId="32d60e15f1384047" providerId="LiveId" clId="{7326A5DA-AC13-434D-BBCB-56E6A11702D1}" dt="2026-09-10T09:43:41.974" v="619" actId="1076"/>
          <ac:picMkLst>
            <pc:docMk/>
            <pc:sldMk cId="3401524302" sldId="2147479039"/>
            <ac:picMk id="11" creationId="{B10A6EE3-2C25-5DBA-1C18-F0F6B9C8C095}"/>
          </ac:picMkLst>
        </pc:picChg>
        <pc:picChg chg="add mod">
          <ac:chgData name="Ray Coulstock" userId="32d60e15f1384047" providerId="LiveId" clId="{7326A5DA-AC13-434D-BBCB-56E6A11702D1}" dt="2026-09-10T09:44:11.676" v="621" actId="1076"/>
          <ac:picMkLst>
            <pc:docMk/>
            <pc:sldMk cId="3401524302" sldId="2147479039"/>
            <ac:picMk id="14" creationId="{B28125FE-C737-8B23-786C-9147400E1C6E}"/>
          </ac:picMkLst>
        </pc:picChg>
      </pc:sldChg>
      <pc:sldChg chg="addSp delSp modSp add mod">
        <pc:chgData name="Ray Coulstock" userId="32d60e15f1384047" providerId="LiveId" clId="{7326A5DA-AC13-434D-BBCB-56E6A11702D1}" dt="2026-09-10T10:02:16.871" v="850" actId="11529"/>
        <pc:sldMkLst>
          <pc:docMk/>
          <pc:sldMk cId="263485502" sldId="2147479040"/>
        </pc:sldMkLst>
        <pc:spChg chg="mod">
          <ac:chgData name="Ray Coulstock" userId="32d60e15f1384047" providerId="LiveId" clId="{7326A5DA-AC13-434D-BBCB-56E6A11702D1}" dt="2026-09-10T09:45:30.467" v="665" actId="20577"/>
          <ac:spMkLst>
            <pc:docMk/>
            <pc:sldMk cId="263485502" sldId="2147479040"/>
            <ac:spMk id="2" creationId="{1B500381-DE06-3CD8-F0CC-8CD23ECFEEEB}"/>
          </ac:spMkLst>
        </pc:spChg>
        <pc:spChg chg="del">
          <ac:chgData name="Ray Coulstock" userId="32d60e15f1384047" providerId="LiveId" clId="{7326A5DA-AC13-434D-BBCB-56E6A11702D1}" dt="2026-09-10T09:58:30.528" v="666" actId="478"/>
          <ac:spMkLst>
            <pc:docMk/>
            <pc:sldMk cId="263485502" sldId="2147479040"/>
            <ac:spMk id="3" creationId="{6C8DCE86-A047-3DEA-1BD5-A0695EBF9D81}"/>
          </ac:spMkLst>
        </pc:spChg>
        <pc:spChg chg="add mod">
          <ac:chgData name="Ray Coulstock" userId="32d60e15f1384047" providerId="LiveId" clId="{7326A5DA-AC13-434D-BBCB-56E6A11702D1}" dt="2026-09-10T09:59:38.852" v="748" actId="1076"/>
          <ac:spMkLst>
            <pc:docMk/>
            <pc:sldMk cId="263485502" sldId="2147479040"/>
            <ac:spMk id="4" creationId="{19AC7807-6DC2-E5DA-8ADB-A1985B260846}"/>
          </ac:spMkLst>
        </pc:spChg>
        <pc:spChg chg="add mod">
          <ac:chgData name="Ray Coulstock" userId="32d60e15f1384047" providerId="LiveId" clId="{7326A5DA-AC13-434D-BBCB-56E6A11702D1}" dt="2026-09-10T10:00:17.115" v="767" actId="1076"/>
          <ac:spMkLst>
            <pc:docMk/>
            <pc:sldMk cId="263485502" sldId="2147479040"/>
            <ac:spMk id="5" creationId="{11C10A19-32BF-23CB-F67B-AA2763862AB2}"/>
          </ac:spMkLst>
        </pc:spChg>
        <pc:spChg chg="add mod">
          <ac:chgData name="Ray Coulstock" userId="32d60e15f1384047" providerId="LiveId" clId="{7326A5DA-AC13-434D-BBCB-56E6A11702D1}" dt="2026-09-10T10:00:20.627" v="775" actId="20577"/>
          <ac:spMkLst>
            <pc:docMk/>
            <pc:sldMk cId="263485502" sldId="2147479040"/>
            <ac:spMk id="7" creationId="{D2F5A703-FAD5-C315-FE4F-FE49CC3137AA}"/>
          </ac:spMkLst>
        </pc:spChg>
        <pc:spChg chg="add mod">
          <ac:chgData name="Ray Coulstock" userId="32d60e15f1384047" providerId="LiveId" clId="{7326A5DA-AC13-434D-BBCB-56E6A11702D1}" dt="2026-09-10T10:01:44.898" v="848" actId="1076"/>
          <ac:spMkLst>
            <pc:docMk/>
            <pc:sldMk cId="263485502" sldId="2147479040"/>
            <ac:spMk id="8" creationId="{BB2BD077-3983-07DD-89E0-C55DED1B786C}"/>
          </ac:spMkLst>
        </pc:spChg>
        <pc:spChg chg="add del mod">
          <ac:chgData name="Ray Coulstock" userId="32d60e15f1384047" providerId="LiveId" clId="{7326A5DA-AC13-434D-BBCB-56E6A11702D1}" dt="2026-09-10T10:01:41.272" v="847" actId="1076"/>
          <ac:spMkLst>
            <pc:docMk/>
            <pc:sldMk cId="263485502" sldId="2147479040"/>
            <ac:spMk id="10" creationId="{ED2410BA-7918-F88D-24AD-854A2C6F044A}"/>
          </ac:spMkLst>
        </pc:spChg>
        <pc:cxnChg chg="add">
          <ac:chgData name="Ray Coulstock" userId="32d60e15f1384047" providerId="LiveId" clId="{7326A5DA-AC13-434D-BBCB-56E6A11702D1}" dt="2026-09-10T10:02:07.137" v="849" actId="11529"/>
          <ac:cxnSpMkLst>
            <pc:docMk/>
            <pc:sldMk cId="263485502" sldId="2147479040"/>
            <ac:cxnSpMk id="12" creationId="{0E029641-4892-8EB6-CB1C-FF3F2E2B3191}"/>
          </ac:cxnSpMkLst>
        </pc:cxnChg>
        <pc:cxnChg chg="add">
          <ac:chgData name="Ray Coulstock" userId="32d60e15f1384047" providerId="LiveId" clId="{7326A5DA-AC13-434D-BBCB-56E6A11702D1}" dt="2026-09-10T10:02:16.871" v="850" actId="11529"/>
          <ac:cxnSpMkLst>
            <pc:docMk/>
            <pc:sldMk cId="263485502" sldId="2147479040"/>
            <ac:cxnSpMk id="14" creationId="{9CBF302F-2FDA-1A8B-CAA1-4E32CE3D391D}"/>
          </ac:cxnSpMkLst>
        </pc:cxnChg>
      </pc:sldChg>
      <pc:sldChg chg="add del">
        <pc:chgData name="Ray Coulstock" userId="32d60e15f1384047" providerId="LiveId" clId="{7326A5DA-AC13-434D-BBCB-56E6A11702D1}" dt="2026-09-10T10:35:32.648" v="851" actId="47"/>
        <pc:sldMkLst>
          <pc:docMk/>
          <pc:sldMk cId="235634220" sldId="2147479041"/>
        </pc:sldMkLst>
      </pc:sldChg>
      <pc:sldMasterChg chg="delSldLayout">
        <pc:chgData name="Ray Coulstock" userId="32d60e15f1384047" providerId="LiveId" clId="{7326A5DA-AC13-434D-BBCB-56E6A11702D1}" dt="2026-09-07T12:42:17.080" v="0" actId="47"/>
        <pc:sldMasterMkLst>
          <pc:docMk/>
          <pc:sldMasterMk cId="1299749958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B5FEEDC-E495-3329-18F5-1353DDC2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FF03C860-2FF4-C78E-8FC0-12FCC45A5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B36E371-9E53-A72F-8B40-25E9208D5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731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322295" y="2347257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6096000" y="2"/>
            <a:ext cx="5044440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1600"/>
              <a:buFont typeface="Inter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922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28" y="6417576"/>
            <a:ext cx="1131347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Content slid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83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720" r:id="rId5"/>
    <p:sldLayoutId id="2147483721" r:id="rId6"/>
    <p:sldLayoutId id="2147483666" r:id="rId7"/>
    <p:sldLayoutId id="2147483688" r:id="rId8"/>
    <p:sldLayoutId id="2147483709" r:id="rId9"/>
    <p:sldLayoutId id="2147483667" r:id="rId10"/>
    <p:sldLayoutId id="2147483713" r:id="rId11"/>
    <p:sldLayoutId id="2147483689" r:id="rId12"/>
    <p:sldLayoutId id="2147483669" r:id="rId13"/>
    <p:sldLayoutId id="2147483711" r:id="rId14"/>
    <p:sldLayoutId id="2147483712" r:id="rId15"/>
    <p:sldLayoutId id="2147483672" r:id="rId16"/>
    <p:sldLayoutId id="2147483714" r:id="rId17"/>
    <p:sldLayoutId id="2147483715" r:id="rId18"/>
    <p:sldLayoutId id="2147483697" r:id="rId19"/>
    <p:sldLayoutId id="2147483673" r:id="rId20"/>
    <p:sldLayoutId id="2147483687" r:id="rId21"/>
    <p:sldLayoutId id="2147483710" r:id="rId22"/>
    <p:sldLayoutId id="2147483716" r:id="rId23"/>
    <p:sldLayoutId id="2147483717" r:id="rId24"/>
    <p:sldLayoutId id="2147483722" r:id="rId25"/>
    <p:sldLayoutId id="214748372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3.svg"/><Relationship Id="rId4" Type="http://schemas.openxmlformats.org/officeDocument/2006/relationships/image" Target="../media/image42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377">
              <a:buClr>
                <a:srgbClr val="000000"/>
              </a:buClr>
              <a:defRPr/>
            </a:pPr>
            <a:fld id="{00000000-1234-1234-1234-123412341234}" type="slidenum">
              <a:rPr lang="en-GB" kern="0"/>
              <a:pPr defTabSz="914377">
                <a:buClr>
                  <a:srgbClr val="000000"/>
                </a:buClr>
                <a:defRPr/>
              </a:pPr>
              <a:t>1</a:t>
            </a:fld>
            <a:endParaRPr kern="0"/>
          </a:p>
        </p:txBody>
      </p:sp>
      <p:grpSp>
        <p:nvGrpSpPr>
          <p:cNvPr id="103" name="Google Shape;103;p1"/>
          <p:cNvGrpSpPr/>
          <p:nvPr/>
        </p:nvGrpSpPr>
        <p:grpSpPr>
          <a:xfrm>
            <a:off x="1322293" y="4300532"/>
            <a:ext cx="2426747" cy="420423"/>
            <a:chOff x="1322294" y="3865281"/>
            <a:chExt cx="2426746" cy="420423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2294" y="3865281"/>
              <a:ext cx="2426746" cy="420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 txBox="1"/>
            <p:nvPr/>
          </p:nvSpPr>
          <p:spPr>
            <a:xfrm>
              <a:off x="1322294" y="3906214"/>
              <a:ext cx="242674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14377">
                <a:buClr>
                  <a:srgbClr val="000000"/>
                </a:buClr>
                <a:defRPr/>
              </a:pPr>
              <a:r>
                <a:rPr lang="en-GB" sz="1600" b="1" kern="0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August / September 2026</a:t>
              </a:r>
              <a:endParaRPr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597" y="258945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C19F670E-FFC2-5B3A-71FE-F724D85A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2137297"/>
            <a:ext cx="5425016" cy="2163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Everway SDET</a:t>
            </a:r>
            <a:endParaRPr lang="en-US" sz="4000" dirty="0"/>
          </a:p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Program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43E-E3DD-B0BB-586D-51DBAE2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E6A-61C1-F97C-4A21-6A95FCA2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timings 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F40A-51E1-27CF-453E-994540767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b="1" dirty="0"/>
              <a:t>Start and finish</a:t>
            </a:r>
            <a:r>
              <a:rPr lang="en-US" dirty="0"/>
              <a:t> </a:t>
            </a:r>
          </a:p>
          <a:p>
            <a:r>
              <a:rPr lang="en-US" dirty="0"/>
              <a:t>13:00 – 17:00</a:t>
            </a:r>
          </a:p>
          <a:p>
            <a:pPr marL="228600" indent="0">
              <a:buNone/>
            </a:pPr>
            <a:r>
              <a:rPr lang="en-US" b="1" dirty="0"/>
              <a:t>Breaks </a:t>
            </a:r>
          </a:p>
          <a:p>
            <a:r>
              <a:rPr lang="en-US" dirty="0"/>
              <a:t>14:00 – 14:10</a:t>
            </a:r>
          </a:p>
          <a:p>
            <a:r>
              <a:rPr lang="en-US" dirty="0"/>
              <a:t>15.50 – 16:00 </a:t>
            </a:r>
          </a:p>
          <a:p>
            <a:pPr marL="22860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FC78-D224-C9AD-1CCD-C3D081E9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7961" y="1521725"/>
            <a:ext cx="3116428" cy="31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4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6041E8-3D55-8ED7-96F5-0AFA1D84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803" y="102358"/>
            <a:ext cx="7917002" cy="55409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08550-6CCF-9E33-AC83-46CF100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Housekeeping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CC1B9-43FF-90C7-CF32-4CCACEC7EDD1}"/>
              </a:ext>
            </a:extLst>
          </p:cNvPr>
          <p:cNvSpPr txBox="1"/>
          <p:nvPr/>
        </p:nvSpPr>
        <p:spPr>
          <a:xfrm>
            <a:off x="454211" y="1171883"/>
            <a:ext cx="3599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Feel free to interrupt </a:t>
            </a:r>
          </a:p>
          <a:p>
            <a:r>
              <a:rPr lang="en-US" sz="2400"/>
              <a:t>the trainer at any </a:t>
            </a:r>
          </a:p>
          <a:p>
            <a:r>
              <a:rPr lang="en-US" sz="2400"/>
              <a:t>time - you don’t </a:t>
            </a:r>
          </a:p>
          <a:p>
            <a:r>
              <a:rPr lang="en-US" sz="2400"/>
              <a:t>need to </a:t>
            </a:r>
          </a:p>
          <a:p>
            <a:r>
              <a:rPr lang="en-US" sz="2400"/>
              <a:t>raise your </a:t>
            </a:r>
          </a:p>
          <a:p>
            <a:r>
              <a:rPr lang="en-US" sz="2400"/>
              <a:t>hand!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72DBE-6F39-F92B-16B1-49903841CEA8}"/>
              </a:ext>
            </a:extLst>
          </p:cNvPr>
          <p:cNvSpPr txBox="1"/>
          <p:nvPr/>
        </p:nvSpPr>
        <p:spPr>
          <a:xfrm>
            <a:off x="454211" y="4073689"/>
            <a:ext cx="393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Stay muted </a:t>
            </a:r>
          </a:p>
          <a:p>
            <a:r>
              <a:rPr lang="en-US" sz="2400"/>
              <a:t>but be ready </a:t>
            </a:r>
          </a:p>
          <a:p>
            <a:r>
              <a:rPr lang="en-US" sz="2400"/>
              <a:t>to regularly un-</a:t>
            </a:r>
          </a:p>
          <a:p>
            <a:r>
              <a:rPr lang="en-US" sz="2400"/>
              <a:t>mute and join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4C6A8-E883-52AD-BE74-556E03440008}"/>
              </a:ext>
            </a:extLst>
          </p:cNvPr>
          <p:cNvSpPr txBox="1"/>
          <p:nvPr/>
        </p:nvSpPr>
        <p:spPr>
          <a:xfrm>
            <a:off x="7533566" y="1910546"/>
            <a:ext cx="189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91A24"/>
                </a:solidFill>
              </a:rPr>
              <a:t>Keep your </a:t>
            </a:r>
          </a:p>
          <a:p>
            <a:r>
              <a:rPr lang="en-US" sz="2400">
                <a:solidFill>
                  <a:srgbClr val="191A24"/>
                </a:solidFill>
              </a:rPr>
              <a:t>camera </a:t>
            </a:r>
            <a:r>
              <a:rPr lang="en-US" sz="2400" b="1">
                <a:solidFill>
                  <a:srgbClr val="191A24"/>
                </a:solidFill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F7EEE-F773-326B-BB75-B6BA48FFEE27}"/>
              </a:ext>
            </a:extLst>
          </p:cNvPr>
          <p:cNvSpPr txBox="1"/>
          <p:nvPr/>
        </p:nvSpPr>
        <p:spPr>
          <a:xfrm>
            <a:off x="7730105" y="4549731"/>
            <a:ext cx="319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Turn phones to silent, and close your email</a:t>
            </a:r>
          </a:p>
        </p:txBody>
      </p:sp>
    </p:spTree>
    <p:extLst>
      <p:ext uri="{BB962C8B-B14F-4D97-AF65-F5344CB8AC3E}">
        <p14:creationId xmlns:p14="http://schemas.microsoft.com/office/powerpoint/2010/main" val="249633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3645081-44EE-F38D-5654-05D99BEE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3641559-66AE-BBC9-B3B9-E7C48D043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3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CE507C40-F705-2FAC-5CF7-9AD18B17C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3061F-F9ED-ABE2-C03A-0BF845FA40EE}"/>
              </a:ext>
            </a:extLst>
          </p:cNvPr>
          <p:cNvSpPr txBox="1"/>
          <p:nvPr/>
        </p:nvSpPr>
        <p:spPr>
          <a:xfrm>
            <a:off x="1636579" y="2514145"/>
            <a:ext cx="4921876" cy="3052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Build Automation Suites in Playwright (</a:t>
            </a:r>
            <a:r>
              <a:rPr lang="en-US" sz="1600" i="1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Page Object Model, component testing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AI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Contract Testing with PACT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Load Testing with JMeter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0823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8EC-A6F7-DF68-2B3E-B9B09E7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Engineering an Automation Strategy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16E8-32AD-65F5-F8AC-1FD67BAF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847211"/>
            <a:ext cx="11249946" cy="3639188"/>
          </a:xfrm>
        </p:spPr>
        <p:txBody>
          <a:bodyPr/>
          <a:lstStyle/>
          <a:p>
            <a:pPr marL="228600" indent="0">
              <a:buNone/>
            </a:pPr>
            <a:r>
              <a:rPr lang="en-GB" b="1" dirty="0"/>
              <a:t>Today's question:</a:t>
            </a:r>
            <a:r>
              <a:rPr lang="en-GB" dirty="0"/>
              <a:t> Can we maintain this automation six months from now?</a:t>
            </a:r>
          </a:p>
        </p:txBody>
      </p:sp>
    </p:spTree>
    <p:extLst>
      <p:ext uri="{BB962C8B-B14F-4D97-AF65-F5344CB8AC3E}">
        <p14:creationId xmlns:p14="http://schemas.microsoft.com/office/powerpoint/2010/main" val="43250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BBF3-840C-1C20-0E8C-A64F3B6D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Beyond “Can We Automate It?”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38655-7BC9-2971-7304-4E4399F5AA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061" y="1640364"/>
            <a:ext cx="11249946" cy="1998826"/>
          </a:xfrm>
        </p:spPr>
        <p:txBody>
          <a:bodyPr/>
          <a:lstStyle/>
          <a:p>
            <a:pPr lvl="0"/>
            <a:r>
              <a:rPr lang="en-GB" dirty="0"/>
              <a:t>Which test level would expose a 9% battery rule fastest?</a:t>
            </a:r>
          </a:p>
          <a:p>
            <a:pPr lvl="0"/>
            <a:r>
              <a:rPr lang="en-GB" dirty="0"/>
              <a:t>Why can a UI constraint differ from API protection?</a:t>
            </a:r>
          </a:p>
          <a:p>
            <a:pPr lvl="0"/>
            <a:r>
              <a:rPr lang="en-GB" dirty="0"/>
              <a:t>What makes an automated check independent?</a:t>
            </a:r>
          </a:p>
          <a:p>
            <a:pPr lvl="0"/>
            <a:r>
              <a:rPr lang="en-GB" dirty="0"/>
              <a:t>When should AI-generated code be trusted?</a:t>
            </a:r>
          </a:p>
          <a:p>
            <a:pPr marL="22860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F4DDD-AB10-709D-0B57-58EEAB74B32F}"/>
              </a:ext>
            </a:extLst>
          </p:cNvPr>
          <p:cNvSpPr txBox="1"/>
          <p:nvPr/>
        </p:nvSpPr>
        <p:spPr>
          <a:xfrm>
            <a:off x="563061" y="4902698"/>
            <a:ext cx="9182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New question: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 What happens when three tests become three hundred?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629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E39C-37B3-27F2-89EF-52029953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Outcomes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630AF-5DE9-4903-5C79-E5B8EDD756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dirty="0"/>
              <a:t>By the end, you can:</a:t>
            </a:r>
          </a:p>
          <a:p>
            <a:pPr lvl="0"/>
            <a:r>
              <a:rPr lang="en-GB" dirty="0"/>
              <a:t>organise setup and fixtures around isolation;</a:t>
            </a:r>
          </a:p>
          <a:p>
            <a:pPr lvl="0"/>
            <a:r>
              <a:rPr lang="en-GB" dirty="0"/>
              <a:t>judge whether a Page Object earns its cost;</a:t>
            </a:r>
          </a:p>
          <a:p>
            <a:pPr lvl="0"/>
            <a:r>
              <a:rPr lang="en-GB" dirty="0"/>
              <a:t>diagnose likely sources of flakiness;</a:t>
            </a:r>
          </a:p>
          <a:p>
            <a:pPr lvl="0"/>
            <a:r>
              <a:rPr lang="en-GB" dirty="0"/>
              <a:t>explain and sketch a consumer contract;</a:t>
            </a:r>
          </a:p>
          <a:p>
            <a:pPr lvl="0"/>
            <a:r>
              <a:rPr lang="en-GB" dirty="0"/>
              <a:t>distinguish performance test types and interpret percentiles.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79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1D7C45C8-CC77-50BE-6345-F39543E33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58220" y="4193385"/>
            <a:ext cx="512432" cy="51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C93162-0305-1797-E67D-62980DAE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Tests to a Suite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1DDC9-2F74-F3C3-C94E-0AD69C3FA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08" y="1372915"/>
            <a:ext cx="6426743" cy="2095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4C9D10-7782-6750-4704-FF90368D5E0A}"/>
              </a:ext>
            </a:extLst>
          </p:cNvPr>
          <p:cNvSpPr txBox="1"/>
          <p:nvPr/>
        </p:nvSpPr>
        <p:spPr>
          <a:xfrm>
            <a:off x="1461863" y="5599446"/>
            <a:ext cx="9268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duplication              order dependence                   slow UI setup                  leaky abstractions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Graphic 3" descr="Document with solid fill">
            <a:extLst>
              <a:ext uri="{FF2B5EF4-FFF2-40B4-BE49-F238E27FC236}">
                <a16:creationId xmlns:a16="http://schemas.microsoft.com/office/drawing/2014/main" id="{186DD2FC-561E-E01E-62D6-D43F614B0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005" y="4661156"/>
            <a:ext cx="682220" cy="682220"/>
          </a:xfrm>
          <a:prstGeom prst="rect">
            <a:avLst/>
          </a:prstGeom>
        </p:spPr>
      </p:pic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2AE30658-5E1F-8DF3-FE95-6925900F9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5747" y="4661156"/>
            <a:ext cx="682220" cy="682220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8CC58875-B270-4570-3C7C-DCC3F3502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8254" y="3874319"/>
            <a:ext cx="512432" cy="512432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E30E4A27-E6F7-5643-0454-4140E1D37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8254" y="4470909"/>
            <a:ext cx="512432" cy="512432"/>
          </a:xfrm>
          <a:prstGeom prst="rect">
            <a:avLst/>
          </a:prstGeom>
        </p:spPr>
      </p:pic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F37A3640-0380-DBB1-F3FF-FC9A48DFC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4584" y="5067499"/>
            <a:ext cx="512432" cy="512432"/>
          </a:xfrm>
          <a:prstGeom prst="rect">
            <a:avLst/>
          </a:prstGeom>
        </p:spPr>
      </p:pic>
      <p:pic>
        <p:nvPicPr>
          <p:cNvPr id="18" name="Graphic 17" descr="Web design with solid fill">
            <a:extLst>
              <a:ext uri="{FF2B5EF4-FFF2-40B4-BE49-F238E27FC236}">
                <a16:creationId xmlns:a16="http://schemas.microsoft.com/office/drawing/2014/main" id="{0000B74D-61CE-EDE7-DF58-33060AFB1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676" y="4370267"/>
            <a:ext cx="914400" cy="914400"/>
          </a:xfrm>
          <a:prstGeom prst="rect">
            <a:avLst/>
          </a:prstGeom>
        </p:spPr>
      </p:pic>
      <p:pic>
        <p:nvPicPr>
          <p:cNvPr id="16" name="Graphic 15" descr="Stopwatch 33% with solid fill">
            <a:extLst>
              <a:ext uri="{FF2B5EF4-FFF2-40B4-BE49-F238E27FC236}">
                <a16:creationId xmlns:a16="http://schemas.microsoft.com/office/drawing/2014/main" id="{B7663694-D296-E7C2-610F-9D3D72A9C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2376" y="4827467"/>
            <a:ext cx="621587" cy="6215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01BDFA-BFB3-26FB-F278-06230E577A83}"/>
              </a:ext>
            </a:extLst>
          </p:cNvPr>
          <p:cNvSpPr txBox="1"/>
          <p:nvPr/>
        </p:nvSpPr>
        <p:spPr>
          <a:xfrm>
            <a:off x="177714" y="4788719"/>
            <a:ext cx="1284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Watch for </a:t>
            </a:r>
            <a:endParaRPr lang="en-GB" dirty="0"/>
          </a:p>
        </p:txBody>
      </p:sp>
      <p:pic>
        <p:nvPicPr>
          <p:cNvPr id="24" name="Graphic 23" descr="Web design with solid fill">
            <a:extLst>
              <a:ext uri="{FF2B5EF4-FFF2-40B4-BE49-F238E27FC236}">
                <a16:creationId xmlns:a16="http://schemas.microsoft.com/office/drawing/2014/main" id="{FF896003-18BA-3B3A-18FD-617AD8DAB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2698" y="4302168"/>
            <a:ext cx="1201738" cy="120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7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FD38-E460-0C4B-3E68-5FEADA24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F26C8-2C70-995C-2170-A5A43281D58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1 — Review the Growing </a:t>
            </a:r>
            <a:r>
              <a:rPr lang="en-GB" dirty="0" err="1"/>
              <a:t>NeuroPulse</a:t>
            </a:r>
            <a:r>
              <a:rPr lang="en-GB" dirty="0"/>
              <a:t> Suite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20BA-D5D8-BD28-AEBD-258C7EEB7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Identify maintainability, speed, data, and diagnostic risks in a suite design.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Extend the starter Participants/navigation/session examples conceptually.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5F0F1-3585-267C-69CF-B7EC6332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9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3DCB-9EF4-AA01-4DC6-6510DADE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608F-D7BE-B2BC-0AE6-C848424D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 Is Part of Test Design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B4495-D7E1-CA95-5819-2F83947BA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30" y="1582326"/>
            <a:ext cx="6661831" cy="2856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772F19-F3D7-F557-89B7-DA4EFDB0BE9F}"/>
              </a:ext>
            </a:extLst>
          </p:cNvPr>
          <p:cNvSpPr txBox="1"/>
          <p:nvPr/>
        </p:nvSpPr>
        <p:spPr>
          <a:xfrm>
            <a:off x="679663" y="5240504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Use the UI to test UI behaviour—not merely to transport setup.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041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ED3F-105B-55F4-59BC-82BCC93D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A62E-1B26-8711-EEFD-5AD5FA1A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8298918" cy="458672"/>
          </a:xfrm>
        </p:spPr>
        <p:txBody>
          <a:bodyPr/>
          <a:lstStyle/>
          <a:p>
            <a:r>
              <a:rPr lang="en-GB" dirty="0"/>
              <a:t>Playwright Fixtures: Reusable Context, Explicit Ownership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A83C5-3093-F085-4317-729AF45F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92" y="3306219"/>
            <a:ext cx="5102642" cy="2240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CC3552-0030-071B-F750-45ED6458E024}"/>
              </a:ext>
            </a:extLst>
          </p:cNvPr>
          <p:cNvSpPr txBox="1"/>
          <p:nvPr/>
        </p:nvSpPr>
        <p:spPr>
          <a:xfrm>
            <a:off x="812136" y="1174283"/>
            <a:ext cx="93444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 Playwright fixture is a controlled piece of test setup that Playwright:</a:t>
            </a:r>
          </a:p>
          <a:p>
            <a:r>
              <a:rPr lang="en-GB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for your test.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gives to the test.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and then cleans up afterwards.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A3FF3-EB87-E6D0-168C-B3EE7A5EB1BD}"/>
              </a:ext>
            </a:extLst>
          </p:cNvPr>
          <p:cNvSpPr txBox="1"/>
          <p:nvPr/>
        </p:nvSpPr>
        <p:spPr>
          <a:xfrm>
            <a:off x="6718385" y="4371990"/>
            <a:ext cx="356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Here, </a:t>
            </a:r>
            <a:r>
              <a:rPr lang="en-GB" b="1" dirty="0">
                <a:solidFill>
                  <a:schemeClr val="bg1"/>
                </a:solidFill>
                <a:latin typeface="+mn-lt"/>
              </a:rPr>
              <a:t>page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is a fixture.</a:t>
            </a:r>
          </a:p>
        </p:txBody>
      </p:sp>
    </p:spTree>
    <p:extLst>
      <p:ext uri="{BB962C8B-B14F-4D97-AF65-F5344CB8AC3E}">
        <p14:creationId xmlns:p14="http://schemas.microsoft.com/office/powerpoint/2010/main" val="42864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F848-1D37-4D4F-827A-DCD406C1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DB3D-53A8-9DD8-E19A-C6639948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8298918" cy="458672"/>
          </a:xfrm>
        </p:spPr>
        <p:txBody>
          <a:bodyPr/>
          <a:lstStyle/>
          <a:p>
            <a:r>
              <a:rPr lang="en-GB" dirty="0"/>
              <a:t>Reusable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EE7C5-4C02-6F66-4736-A70E4B07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54" y="1082248"/>
            <a:ext cx="4673840" cy="2343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B4A5FF-0BBE-8919-E2D3-BA6D1E0E4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448" y="1082248"/>
            <a:ext cx="4311872" cy="2019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376F2C-BEBD-E51D-B262-8C984650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869" y="3631602"/>
            <a:ext cx="5048509" cy="29592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1C971B-A9D0-B423-52D1-23F8B45D852B}"/>
              </a:ext>
            </a:extLst>
          </p:cNvPr>
          <p:cNvSpPr txBox="1"/>
          <p:nvPr/>
        </p:nvSpPr>
        <p:spPr>
          <a:xfrm>
            <a:off x="4662011" y="876164"/>
            <a:ext cx="7258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Test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D2B51-7629-A0DA-BB95-D3BD9DFEDFA1}"/>
              </a:ext>
            </a:extLst>
          </p:cNvPr>
          <p:cNvSpPr txBox="1"/>
          <p:nvPr/>
        </p:nvSpPr>
        <p:spPr>
          <a:xfrm>
            <a:off x="10236370" y="897582"/>
            <a:ext cx="7258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Test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C41D5D-3B9C-9F2D-C06A-012BB83EE9ED}"/>
              </a:ext>
            </a:extLst>
          </p:cNvPr>
          <p:cNvSpPr txBox="1"/>
          <p:nvPr/>
        </p:nvSpPr>
        <p:spPr>
          <a:xfrm>
            <a:off x="7707962" y="3571683"/>
            <a:ext cx="2285241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Fixture (</a:t>
            </a:r>
            <a:r>
              <a:rPr lang="en-GB" dirty="0" err="1">
                <a:solidFill>
                  <a:schemeClr val="bg1"/>
                </a:solidFill>
              </a:rPr>
              <a:t>loggedInPage</a:t>
            </a:r>
            <a:r>
              <a:rPr lang="en-GB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35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1542-A292-9FB0-97E6-798A7E65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Injection for Playwright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9AED9-0C0F-806B-FA4C-9BB4F275B978}"/>
              </a:ext>
            </a:extLst>
          </p:cNvPr>
          <p:cNvSpPr txBox="1"/>
          <p:nvPr/>
        </p:nvSpPr>
        <p:spPr>
          <a:xfrm>
            <a:off x="507552" y="200928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Fixtures can themselves depend upon other fixtures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709A5-7D32-A702-9299-22BD000F9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71" y="1547271"/>
            <a:ext cx="2000478" cy="3763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3A4909-759A-AA84-F203-B64FFB9C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52" y="3428999"/>
            <a:ext cx="3467278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05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E852-4DB8-491D-CE70-40386F83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F786-81D6-896F-AEB6-308CA61D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8298918" cy="458672"/>
          </a:xfrm>
        </p:spPr>
        <p:txBody>
          <a:bodyPr/>
          <a:lstStyle/>
          <a:p>
            <a:r>
              <a:rPr lang="en-GB" dirty="0"/>
              <a:t>Fixture Structure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17500-3DDF-2AF9-3E7E-73A895520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16" y="2286686"/>
            <a:ext cx="5048509" cy="1511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0AFC3E-B0C3-749A-6D8A-C390D8654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91" y="1724562"/>
            <a:ext cx="5245370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83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83BE-CC98-665B-749A-63F29820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F67D95-816E-A951-3E21-15F397AF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749377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2 — Remove the Repeated Setup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9DD08-CD67-CD0E-9111-350F7B0D1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Refactor repeated UI preparation into an explicit, isolated setup strategy.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Prepare participant/device/session state using fixtures and appropriate API calls.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AFFBC-C342-2CD6-7C41-45E6D84F4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73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FFD8-AB8A-F22A-1697-4E5E6BB7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7212684" cy="458672"/>
          </a:xfrm>
        </p:spPr>
        <p:txBody>
          <a:bodyPr/>
          <a:lstStyle/>
          <a:p>
            <a:r>
              <a:rPr lang="en-GB" dirty="0"/>
              <a:t>Page Objects: What Problem Are We Solving?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18360-BF21-3409-8524-E481BB35BD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b="1" dirty="0"/>
              <a:t>They can:</a:t>
            </a:r>
            <a:endParaRPr lang="en-GB" dirty="0"/>
          </a:p>
          <a:p>
            <a:pPr lvl="0"/>
            <a:r>
              <a:rPr lang="en-GB" dirty="0"/>
              <a:t>name stable user interactions;</a:t>
            </a:r>
          </a:p>
          <a:p>
            <a:pPr lvl="0"/>
            <a:r>
              <a:rPr lang="en-GB" dirty="0"/>
              <a:t>centralise repeated locator knowledge;</a:t>
            </a:r>
          </a:p>
          <a:p>
            <a:pPr lvl="0"/>
            <a:r>
              <a:rPr lang="en-GB" dirty="0"/>
              <a:t>reduce irrelevant detail in tests.</a:t>
            </a:r>
          </a:p>
          <a:p>
            <a:pPr marL="228600" lvl="0" indent="0">
              <a:buNone/>
            </a:pPr>
            <a:endParaRPr lang="en-GB" dirty="0"/>
          </a:p>
          <a:p>
            <a:pPr marL="228600" indent="0">
              <a:buNone/>
            </a:pPr>
            <a:r>
              <a:rPr lang="en-GB" b="1" dirty="0"/>
              <a:t>They can also:</a:t>
            </a:r>
            <a:endParaRPr lang="en-GB" dirty="0"/>
          </a:p>
          <a:p>
            <a:pPr lvl="0"/>
            <a:r>
              <a:rPr lang="en-GB" dirty="0"/>
              <a:t>become giant “god pages”;</a:t>
            </a:r>
          </a:p>
          <a:p>
            <a:pPr lvl="0"/>
            <a:r>
              <a:rPr lang="en-GB" dirty="0"/>
              <a:t>hide assertions and control flow;</a:t>
            </a:r>
          </a:p>
          <a:p>
            <a:pPr lvl="0"/>
            <a:r>
              <a:rPr lang="en-GB" dirty="0"/>
              <a:t>mirror the DOM instead of the domain.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2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6F58-6BC5-B250-C8DE-6502689B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C434F8-A1C4-D833-E5DB-E015CA0C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8903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3 — Should This Become a Page Object?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C560A-DE50-CE1B-BA18-43B2496F6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Choose an abstraction based on change patterns and readability, not convention. 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Compare Participants filters, shared navigation, and the recording workflow.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A4835-7CCF-948F-2E23-4AC617748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F0B7-141E-32ED-FF1E-AFBFF384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Flakiness Is a Symptom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48836-0AFE-0424-8FF6-29D2889F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30" y="1509680"/>
            <a:ext cx="8003362" cy="694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80236-8FCB-A250-DE84-790B2B095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0" y="2758023"/>
            <a:ext cx="7148075" cy="8119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488ACA-86BF-8F16-33EA-202EE14278C7}"/>
              </a:ext>
            </a:extLst>
          </p:cNvPr>
          <p:cNvSpPr txBox="1"/>
          <p:nvPr/>
        </p:nvSpPr>
        <p:spPr>
          <a:xfrm>
            <a:off x="672130" y="4881356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Classify → reproduce → gather evidence → isolate → fix cause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22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754F-3F3A-CB32-6F1F-5DA75561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7335422" cy="458672"/>
          </a:xfrm>
        </p:spPr>
        <p:txBody>
          <a:bodyPr/>
          <a:lstStyle/>
          <a:p>
            <a:r>
              <a:rPr lang="en-GB" dirty="0"/>
              <a:t>Asynchronous Failure: Ask What Completed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D19F3-318B-E936-4D44-7B4C8D525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1"/>
            <a:ext cx="11249946" cy="3002680"/>
          </a:xfrm>
        </p:spPr>
        <p:txBody>
          <a:bodyPr/>
          <a:lstStyle/>
          <a:p>
            <a:pPr lvl="0"/>
            <a:r>
              <a:rPr lang="en-GB" dirty="0"/>
              <a:t>Was the element actionable?</a:t>
            </a:r>
          </a:p>
          <a:p>
            <a:pPr lvl="0"/>
            <a:r>
              <a:rPr lang="en-GB" dirty="0"/>
              <a:t>Did the request leave the browser?</a:t>
            </a:r>
          </a:p>
          <a:p>
            <a:pPr lvl="0"/>
            <a:r>
              <a:rPr lang="en-GB" dirty="0"/>
              <a:t>Did the API complete or time out?</a:t>
            </a:r>
          </a:p>
          <a:p>
            <a:pPr lvl="0"/>
            <a:r>
              <a:rPr lang="en-GB" dirty="0"/>
              <a:t>Did the simulator return V1, V2, or 503?</a:t>
            </a:r>
          </a:p>
          <a:p>
            <a:pPr lvl="0"/>
            <a:r>
              <a:rPr lang="en-GB" dirty="0"/>
              <a:t>Did the UI render the newest state?</a:t>
            </a:r>
          </a:p>
          <a:p>
            <a:pPr lvl="0"/>
            <a:r>
              <a:rPr lang="en-GB" dirty="0"/>
              <a:t>Did another test mutate shared data?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64E00-FFD7-62E5-9938-0EAAD7F79951}"/>
              </a:ext>
            </a:extLst>
          </p:cNvPr>
          <p:cNvSpPr txBox="1"/>
          <p:nvPr/>
        </p:nvSpPr>
        <p:spPr>
          <a:xfrm>
            <a:off x="507552" y="5008176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Wait for an observable condition; never wait “just in case.”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867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3DA3-505D-9F57-B241-161CCDDF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87F48E-6842-A8B9-6BDA-D504B437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958033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4 — Find the Source of the Flake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9095E-2F08-1DA9-7C29-EB33377D5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Classify intermittent failure and propose evidence that distinguishes causes.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latency, unreliable-device controls, parallel state, or the starter fixed wait.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36978-4CCB-615D-1249-4A686E2C4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79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34D6-D5F2-859F-AE79-C2810491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as Pair Tester—not Autopilot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FF63F-36B8-88EA-E97A-8E016F960C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3213100"/>
            <a:ext cx="11249946" cy="2273299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GB" sz="1800" dirty="0"/>
              <a:t>Ask for:</a:t>
            </a:r>
          </a:p>
          <a:p>
            <a:pPr lvl="0"/>
            <a:r>
              <a:rPr lang="en-GB" sz="1800" dirty="0"/>
              <a:t>ranked hypotheses;</a:t>
            </a:r>
          </a:p>
          <a:p>
            <a:pPr lvl="0"/>
            <a:r>
              <a:rPr lang="en-GB" sz="1800" dirty="0"/>
              <a:t>evidence for/against each;</a:t>
            </a:r>
          </a:p>
          <a:p>
            <a:pPr lvl="0"/>
            <a:r>
              <a:rPr lang="en-GB" sz="1800" dirty="0"/>
              <a:t>next diagnostic action;</a:t>
            </a:r>
          </a:p>
          <a:p>
            <a:pPr lvl="0"/>
            <a:r>
              <a:rPr lang="en-GB" sz="1800" dirty="0"/>
              <a:t>smallest safe refactor.</a:t>
            </a:r>
          </a:p>
          <a:p>
            <a:endParaRPr lang="en-GB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022F64-7809-E53C-3A6E-3275F148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11" y="1828800"/>
            <a:ext cx="7126500" cy="654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C52E5-E828-66E4-9126-D53C7B99373B}"/>
              </a:ext>
            </a:extLst>
          </p:cNvPr>
          <p:cNvSpPr txBox="1"/>
          <p:nvPr/>
        </p:nvSpPr>
        <p:spPr>
          <a:xfrm>
            <a:off x="676275" y="1326626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Provide bounded evidence:</a:t>
            </a:r>
          </a:p>
        </p:txBody>
      </p:sp>
    </p:spTree>
    <p:extLst>
      <p:ext uri="{BB962C8B-B14F-4D97-AF65-F5344CB8AC3E}">
        <p14:creationId xmlns:p14="http://schemas.microsoft.com/office/powerpoint/2010/main" val="1516157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3DF6-713D-C4B0-A3BC-03D7D003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13212C-30D4-7F1B-BB35-775462F612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5 — AI as Pair Tester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45984-22E0-8021-91DB-BDF0677C47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Use AI to analyse evidence or duplication while retaining engineering judgement.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Review a failure trace, fixed wait, or repeated suite setup.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D0489-CA7A-82B1-D868-65E23D232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06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E98A-4614-3691-3714-6DF96D2E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Contract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A6D6D-21FE-E616-EACD-0044F1E4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30" y="1803400"/>
            <a:ext cx="7384693" cy="205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5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6E83-9E4B-5EED-80A8-D3682DFE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2D51-4B68-D982-924E-B9AEB1FF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7734748" cy="458672"/>
          </a:xfrm>
        </p:spPr>
        <p:txBody>
          <a:bodyPr/>
          <a:lstStyle/>
          <a:p>
            <a:r>
              <a:rPr lang="en-GB" dirty="0"/>
              <a:t>Consumer Contract + Provider Verification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1B2CA-3EB3-559A-A704-D3808EBFA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83" y="2108201"/>
            <a:ext cx="10019147" cy="927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C7F8E-67F4-DF28-D098-7BEF27628032}"/>
              </a:ext>
            </a:extLst>
          </p:cNvPr>
          <p:cNvSpPr txBox="1"/>
          <p:nvPr/>
        </p:nvSpPr>
        <p:spPr>
          <a:xfrm>
            <a:off x="507552" y="4836726"/>
            <a:ext cx="8353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A useful contract captures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what the consumer actually depends on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—no more.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622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8DB7-BDD0-34E6-285E-FC84F794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PACT JSON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F7E99-A505-C8ED-509D-4C134BAF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21" y="959414"/>
            <a:ext cx="5848477" cy="50545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7B16BC-9025-41DB-82C2-45908BD0A152}"/>
              </a:ext>
            </a:extLst>
          </p:cNvPr>
          <p:cNvSpPr txBox="1"/>
          <p:nvPr/>
        </p:nvSpPr>
        <p:spPr>
          <a:xfrm>
            <a:off x="6940849" y="959414"/>
            <a:ext cx="4921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Usually, though, developers don't hand-write these JSON files. They use a Pact library in their language, and the tests generate the Pact.</a:t>
            </a:r>
          </a:p>
        </p:txBody>
      </p:sp>
      <p:pic>
        <p:nvPicPr>
          <p:cNvPr id="9" name="Graphic 8" descr="Contract outline">
            <a:extLst>
              <a:ext uri="{FF2B5EF4-FFF2-40B4-BE49-F238E27FC236}">
                <a16:creationId xmlns:a16="http://schemas.microsoft.com/office/drawing/2014/main" id="{9D6093EC-205E-1D04-2B5A-7BB163F57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1682" y="4796556"/>
            <a:ext cx="914400" cy="914400"/>
          </a:xfrm>
          <a:prstGeom prst="rect">
            <a:avLst/>
          </a:prstGeom>
        </p:spPr>
      </p:pic>
      <p:pic>
        <p:nvPicPr>
          <p:cNvPr id="11" name="Graphic 10" descr="Programmer male with solid fill">
            <a:extLst>
              <a:ext uri="{FF2B5EF4-FFF2-40B4-BE49-F238E27FC236}">
                <a16:creationId xmlns:a16="http://schemas.microsoft.com/office/drawing/2014/main" id="{B10A6EE3-2C25-5DBA-1C18-F0F6B9C8C0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1682" y="2174002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2F91D8-D559-27E9-4682-0B0B38DB05F2}"/>
              </a:ext>
            </a:extLst>
          </p:cNvPr>
          <p:cNvSpPr txBox="1"/>
          <p:nvPr/>
        </p:nvSpPr>
        <p:spPr>
          <a:xfrm>
            <a:off x="8560993" y="5069090"/>
            <a:ext cx="2077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customer-</a:t>
            </a:r>
            <a:r>
              <a:rPr lang="en-GB" dirty="0" err="1">
                <a:solidFill>
                  <a:schemeClr val="bg1"/>
                </a:solidFill>
              </a:rPr>
              <a:t>order.json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4" name="Graphic 13" descr="Web design with solid fill">
            <a:extLst>
              <a:ext uri="{FF2B5EF4-FFF2-40B4-BE49-F238E27FC236}">
                <a16:creationId xmlns:a16="http://schemas.microsoft.com/office/drawing/2014/main" id="{B28125FE-C737-8B23-786C-9147400E1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1682" y="348527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839F6E-D0B8-E49F-A264-378669D5D849}"/>
              </a:ext>
            </a:extLst>
          </p:cNvPr>
          <p:cNvSpPr txBox="1"/>
          <p:nvPr/>
        </p:nvSpPr>
        <p:spPr>
          <a:xfrm>
            <a:off x="8560993" y="2499345"/>
            <a:ext cx="155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Consumer test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56009-B4A4-7A1D-5D49-8F4D7C6A1E59}"/>
              </a:ext>
            </a:extLst>
          </p:cNvPr>
          <p:cNvSpPr txBox="1"/>
          <p:nvPr/>
        </p:nvSpPr>
        <p:spPr>
          <a:xfrm>
            <a:off x="8560993" y="3804658"/>
            <a:ext cx="130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PACT library</a:t>
            </a:r>
          </a:p>
        </p:txBody>
      </p:sp>
    </p:spTree>
    <p:extLst>
      <p:ext uri="{BB962C8B-B14F-4D97-AF65-F5344CB8AC3E}">
        <p14:creationId xmlns:p14="http://schemas.microsoft.com/office/powerpoint/2010/main" val="3401524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5AA9-BC58-9451-AC94-CD747E2E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381-DE06-3CD8-F0CC-8CD23ECF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PACT Broker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C7807-6DC2-E5DA-8ADB-A1985B260846}"/>
              </a:ext>
            </a:extLst>
          </p:cNvPr>
          <p:cNvSpPr/>
          <p:nvPr/>
        </p:nvSpPr>
        <p:spPr>
          <a:xfrm>
            <a:off x="4915668" y="1422229"/>
            <a:ext cx="1614008" cy="2006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PACT Broker</a:t>
            </a:r>
          </a:p>
          <a:p>
            <a:pPr algn="ctr"/>
            <a:endParaRPr lang="en-GB" sz="1600" dirty="0">
              <a:solidFill>
                <a:schemeClr val="tx1"/>
              </a:solidFill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Contracts</a:t>
            </a:r>
          </a:p>
          <a:p>
            <a:pPr algn="ctr"/>
            <a:endParaRPr lang="en-GB" sz="1600" dirty="0">
              <a:solidFill>
                <a:schemeClr val="tx1"/>
              </a:solidFill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Consumer A to B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Consumer C to B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Consumer D to 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C10A19-32BF-23CB-F67B-AA2763862AB2}"/>
              </a:ext>
            </a:extLst>
          </p:cNvPr>
          <p:cNvSpPr/>
          <p:nvPr/>
        </p:nvSpPr>
        <p:spPr>
          <a:xfrm>
            <a:off x="1675377" y="3656579"/>
            <a:ext cx="1614008" cy="73029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Consumer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F5A703-FAD5-C315-FE4F-FE49CC3137AA}"/>
              </a:ext>
            </a:extLst>
          </p:cNvPr>
          <p:cNvSpPr/>
          <p:nvPr/>
        </p:nvSpPr>
        <p:spPr>
          <a:xfrm>
            <a:off x="8400411" y="3619756"/>
            <a:ext cx="1614008" cy="73029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Provider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BD077-3983-07DD-89E0-C55DED1B786C}"/>
              </a:ext>
            </a:extLst>
          </p:cNvPr>
          <p:cNvSpPr txBox="1"/>
          <p:nvPr/>
        </p:nvSpPr>
        <p:spPr>
          <a:xfrm>
            <a:off x="1810594" y="4503472"/>
            <a:ext cx="1343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Runs tests</a:t>
            </a:r>
          </a:p>
          <a:p>
            <a:pPr algn="ctr"/>
            <a:r>
              <a:rPr lang="en-GB" sz="1400" dirty="0">
                <a:solidFill>
                  <a:schemeClr val="bg1"/>
                </a:solidFill>
              </a:rPr>
              <a:t>Generates 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410BA-7918-F88D-24AD-854A2C6F044A}"/>
              </a:ext>
            </a:extLst>
          </p:cNvPr>
          <p:cNvSpPr txBox="1"/>
          <p:nvPr/>
        </p:nvSpPr>
        <p:spPr>
          <a:xfrm>
            <a:off x="8469655" y="4503472"/>
            <a:ext cx="1407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Downloads PACT</a:t>
            </a:r>
          </a:p>
          <a:p>
            <a:pPr algn="ctr"/>
            <a:r>
              <a:rPr lang="en-GB" sz="1400" dirty="0">
                <a:solidFill>
                  <a:schemeClr val="bg1"/>
                </a:solidFill>
              </a:rPr>
              <a:t>Verifies contract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029641-4892-8EB6-CB1C-FF3F2E2B3191}"/>
              </a:ext>
            </a:extLst>
          </p:cNvPr>
          <p:cNvCxnSpPr>
            <a:stCxn id="5" idx="0"/>
            <a:endCxn id="4" idx="1"/>
          </p:cNvCxnSpPr>
          <p:nvPr/>
        </p:nvCxnSpPr>
        <p:spPr>
          <a:xfrm flipV="1">
            <a:off x="2482381" y="2425615"/>
            <a:ext cx="2433287" cy="123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BF302F-2FDA-1A8B-CAA1-4E32CE3D391D}"/>
              </a:ext>
            </a:extLst>
          </p:cNvPr>
          <p:cNvCxnSpPr>
            <a:stCxn id="4" idx="3"/>
            <a:endCxn id="7" idx="0"/>
          </p:cNvCxnSpPr>
          <p:nvPr/>
        </p:nvCxnSpPr>
        <p:spPr>
          <a:xfrm>
            <a:off x="6529676" y="2425615"/>
            <a:ext cx="2677739" cy="1194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85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99A7-52A0-0DB1-068A-FC486A27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C15009-D701-C068-11D3-C3DB72A1D34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6 — What Does </a:t>
            </a:r>
            <a:r>
              <a:rPr lang="en-GB" dirty="0" err="1"/>
              <a:t>NeuroPulse</a:t>
            </a:r>
            <a:r>
              <a:rPr lang="en-GB" dirty="0"/>
              <a:t> Actually Depend On?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FEB99-FDE0-BE40-35FD-34421416E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Identify the smallest meaningful consumer expectation at a service boundary.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Model the API consumer's V1 device-status interaction with the simulator.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70A53-5489-28A6-391A-5436A027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16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C33B-E6F9-EC39-769C-ECAA6451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5753-434F-B714-96A0-EB721CA5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V1 → V2: Compatible or Breaking?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FA4F5-2278-9277-6B03-FB3DE0337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81" y="1930401"/>
            <a:ext cx="9218869" cy="2003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82EF4-52E3-A4AB-1F76-96ECE6D8BFB7}"/>
              </a:ext>
            </a:extLst>
          </p:cNvPr>
          <p:cNvSpPr txBox="1"/>
          <p:nvPr/>
        </p:nvSpPr>
        <p:spPr>
          <a:xfrm>
            <a:off x="507552" y="4898532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Provider correctness does not imply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consumer compatibility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606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8C4A-6D4A-53B5-2363-C1DD27AB9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339459-D3DF-B43C-7E38-23C2380D6CE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7 — Catch the Breaking Change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E8B8D-7230-1D46-DD24-30C22858C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Predict and expose an independently introduced contract incompatibility.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Compare simulator V1 with the Contract Breaking Change scenario (V2).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E1642-6E1B-966F-E2FA-A027B2E75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22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201E-CDEC-EE43-18F9-A6C281CB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Correctness Is Not Enough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A8478-E9CC-55EF-93C6-5C2D69733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365" y="1765301"/>
            <a:ext cx="6768141" cy="2943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35385A-D58C-752F-A0DD-46EF6D84985F}"/>
              </a:ext>
            </a:extLst>
          </p:cNvPr>
          <p:cNvSpPr txBox="1"/>
          <p:nvPr/>
        </p:nvSpPr>
        <p:spPr>
          <a:xfrm>
            <a:off x="663575" y="5323480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A target needs workload + environment + threshold + duration.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368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5692-D74B-5665-64CF-C0675C63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Load, Stress, Spike, Endurance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4DDCB-D6AA-1E17-C520-BAD1CC725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638" y="2260600"/>
            <a:ext cx="8844922" cy="1762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16192B-E530-2B50-BCAE-343D0E72B7F7}"/>
              </a:ext>
            </a:extLst>
          </p:cNvPr>
          <p:cNvSpPr txBox="1"/>
          <p:nvPr/>
        </p:nvSpPr>
        <p:spPr>
          <a:xfrm>
            <a:off x="507552" y="4900226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Choose the test that answers the risk question.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17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815F-D6C3-0E29-19B3-C760163F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the Average Can Lie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5BAC2-EF5A-2A60-1C12-9E8388DE2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72" y="2044701"/>
            <a:ext cx="8107759" cy="2413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6C7778-C06D-B8EA-5B77-5FC68AE2DE2B}"/>
              </a:ext>
            </a:extLst>
          </p:cNvPr>
          <p:cNvSpPr txBox="1"/>
          <p:nvPr/>
        </p:nvSpPr>
        <p:spPr>
          <a:xfrm>
            <a:off x="507552" y="4887526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Percentile: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 X% of observations completed at or below this value.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300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8559-9562-4E29-B4D3-34E9F0EC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130A-51BB-CA29-2FCE-6181609C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JMeter: Small Mental Model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FED38-0D72-E264-75E3-218E7231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72" y="1930400"/>
            <a:ext cx="7756747" cy="1920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4B371F-86D9-F16B-3821-1CD579E9D98A}"/>
              </a:ext>
            </a:extLst>
          </p:cNvPr>
          <p:cNvSpPr txBox="1"/>
          <p:nvPr/>
        </p:nvSpPr>
        <p:spPr>
          <a:xfrm>
            <a:off x="507552" y="4815976"/>
            <a:ext cx="663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The scaffold starts safely: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1 user × 5 iterations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961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B210-8337-908C-BC27-D14E2FF5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BC4F6C-AFA8-4E76-C6C3-785F8379229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GB" dirty="0"/>
              <a:t>Activity 8 — How Does </a:t>
            </a:r>
            <a:r>
              <a:rPr lang="en-GB" dirty="0" err="1"/>
              <a:t>NeuroPulse</a:t>
            </a:r>
            <a:r>
              <a:rPr lang="en-GB" dirty="0"/>
              <a:t> Behave Under Load?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EEBDD-D310-F899-33BA-40FD762602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Compare a safe baseline with changed load or simulator conditions and interpret signals.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the telemetry JMeter plan and Performance Stress scenario.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4168D-4816-D5BC-8814-1D92C6AB1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91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D56E-B1E1-785E-25EF-03A6AE30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Day 3 Strategy Check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9FD37-F0A4-5D9B-DCD9-F6B8DB820B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Does suite structure preserve intent and isolation?</a:t>
            </a:r>
          </a:p>
          <a:p>
            <a:pPr lvl="0"/>
            <a:r>
              <a:rPr lang="en-GB" dirty="0"/>
              <a:t>Is abstraction paying for itself?</a:t>
            </a:r>
          </a:p>
          <a:p>
            <a:pPr lvl="0"/>
            <a:r>
              <a:rPr lang="en-GB" dirty="0"/>
              <a:t>Did we diagnose rather than retry the flake?</a:t>
            </a:r>
          </a:p>
          <a:p>
            <a:pPr lvl="0"/>
            <a:r>
              <a:rPr lang="en-GB" dirty="0"/>
              <a:t>Does a contract protect the real dependency?</a:t>
            </a:r>
          </a:p>
          <a:p>
            <a:pPr lvl="0"/>
            <a:r>
              <a:rPr lang="en-GB" dirty="0"/>
              <a:t>Does performance evidence answer a stated risk?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616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93F6-264A-1400-A366-B69EC667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2F3C449F-EC23-E308-CCE7-87327A6E8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325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80e7dd8-448a-4940-aed9-2752606cd427"/>
</p:tagLst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Props1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4B0FEC-CC98-462D-9CE7-74B233B3BDC7}">
  <ds:schemaRefs>
    <ds:schemaRef ds:uri="http://schemas.openxmlformats.org/package/2006/metadata/core-properties"/>
    <ds:schemaRef ds:uri="http://schemas.microsoft.com/sharepoint/v3"/>
    <ds:schemaRef ds:uri="http://purl.org/dc/elements/1.1/"/>
    <ds:schemaRef ds:uri="d905f990-1265-453a-8377-6052b5295bf7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2c08f754-a9ea-4773-b604-7244bf3e6a7b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1148</Words>
  <Application>Microsoft Office PowerPoint</Application>
  <PresentationFormat>Widescreen</PresentationFormat>
  <Paragraphs>212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Inter</vt:lpstr>
      <vt:lpstr>Inter Medium</vt:lpstr>
      <vt:lpstr>Neueda 2026</vt:lpstr>
      <vt:lpstr>Everway SDET Shift-Left Program</vt:lpstr>
      <vt:lpstr>Session timings </vt:lpstr>
      <vt:lpstr>Housekeeping</vt:lpstr>
      <vt:lpstr>Shift-Left Program</vt:lpstr>
      <vt:lpstr>Phase 2 Day 3</vt:lpstr>
      <vt:lpstr>Engineering an Automation Strategy  </vt:lpstr>
      <vt:lpstr>Beyond “Can We Automate It?” </vt:lpstr>
      <vt:lpstr>Today's Outcomes </vt:lpstr>
      <vt:lpstr>From Tests to a Suite </vt:lpstr>
      <vt:lpstr>Activity 1 — Review the Growing NeuroPulse Suite </vt:lpstr>
      <vt:lpstr>Setup Is Part of Test Design </vt:lpstr>
      <vt:lpstr>Playwright Fixtures: Reusable Context, Explicit Ownership </vt:lpstr>
      <vt:lpstr>Reusable Setup</vt:lpstr>
      <vt:lpstr>Dependency Injection for Playwright</vt:lpstr>
      <vt:lpstr>Fixture Structure </vt:lpstr>
      <vt:lpstr>Activity 2 — Remove the Repeated Setup </vt:lpstr>
      <vt:lpstr>Page Objects: What Problem Are We Solving? </vt:lpstr>
      <vt:lpstr>Activity 3 — Should This Become a Page Object? </vt:lpstr>
      <vt:lpstr>Flakiness Is a Symptom </vt:lpstr>
      <vt:lpstr>Asynchronous Failure: Ask What Completed </vt:lpstr>
      <vt:lpstr>Activity 4 — Find the Source of the Flake </vt:lpstr>
      <vt:lpstr>AI as Pair Tester—not Autopilot </vt:lpstr>
      <vt:lpstr>Activity 5 — AI as Pair Tester </vt:lpstr>
      <vt:lpstr>The Contract Problem</vt:lpstr>
      <vt:lpstr>Consumer Contract + Provider Verification </vt:lpstr>
      <vt:lpstr>PACT JSON Format</vt:lpstr>
      <vt:lpstr>PACT Broker</vt:lpstr>
      <vt:lpstr>Activity 6 — What Does NeuroPulse Actually Depend On?  </vt:lpstr>
      <vt:lpstr>V1 → V2: Compatible or Breaking?</vt:lpstr>
      <vt:lpstr>Activity 7 — Catch the Breaking Change  </vt:lpstr>
      <vt:lpstr>Functional Correctness Is Not Enough </vt:lpstr>
      <vt:lpstr>Load, Stress, Spike, Endurance</vt:lpstr>
      <vt:lpstr>Why the Average Can Lie </vt:lpstr>
      <vt:lpstr>JMeter: Small Mental Model </vt:lpstr>
      <vt:lpstr>Activity 8 — How Does NeuroPulse Behave Under Load?  </vt:lpstr>
      <vt:lpstr>Day 3 Strategy Check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Neueda ILT Master Deck </dc:title>
  <dc:creator>Hannah Lydon</dc:creator>
  <cp:lastModifiedBy>Ray Coulstock</cp:lastModifiedBy>
  <cp:revision>7</cp:revision>
  <dcterms:created xsi:type="dcterms:W3CDTF">2025-11-19T12:02:24Z</dcterms:created>
  <dcterms:modified xsi:type="dcterms:W3CDTF">2026-09-10T10:35:42Z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