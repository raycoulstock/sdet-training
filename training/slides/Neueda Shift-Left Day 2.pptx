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handoutMasterIdLst>
    <p:handoutMasterId r:id="rId36"/>
  </p:handoutMasterIdLst>
  <p:sldIdLst>
    <p:sldId id="2146847531" r:id="rId5"/>
    <p:sldId id="2147478971" r:id="rId6"/>
    <p:sldId id="2147478976" r:id="rId7"/>
    <p:sldId id="2147478999" r:id="rId8"/>
    <p:sldId id="2146847569" r:id="rId9"/>
    <p:sldId id="2147479003" r:id="rId10"/>
    <p:sldId id="2147479020" r:id="rId11"/>
    <p:sldId id="2147479018" r:id="rId12"/>
    <p:sldId id="2147479019" r:id="rId13"/>
    <p:sldId id="2147479021" r:id="rId14"/>
    <p:sldId id="2147479031" r:id="rId15"/>
    <p:sldId id="2147479022" r:id="rId16"/>
    <p:sldId id="2147479033" r:id="rId17"/>
    <p:sldId id="2147479032" r:id="rId18"/>
    <p:sldId id="2147479012" r:id="rId19"/>
    <p:sldId id="2147479023" r:id="rId20"/>
    <p:sldId id="2147479013" r:id="rId21"/>
    <p:sldId id="2147479024" r:id="rId22"/>
    <p:sldId id="2147479025" r:id="rId23"/>
    <p:sldId id="2147479014" r:id="rId24"/>
    <p:sldId id="2147479026" r:id="rId25"/>
    <p:sldId id="2147479015" r:id="rId26"/>
    <p:sldId id="2147479027" r:id="rId27"/>
    <p:sldId id="2147479028" r:id="rId28"/>
    <p:sldId id="2147479029" r:id="rId29"/>
    <p:sldId id="2147479016" r:id="rId30"/>
    <p:sldId id="2147479030" r:id="rId31"/>
    <p:sldId id="2147479017" r:id="rId32"/>
    <p:sldId id="2147478992" r:id="rId33"/>
    <p:sldId id="2147479001" r:id="rId34"/>
  </p:sldIdLst>
  <p:sldSz cx="12192000" cy="6858000"/>
  <p:notesSz cx="6858000" cy="9144000"/>
  <p:custDataLst>
    <p:tags r:id="rId3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CACB59F-EFEA-4277-8295-8C243E84D6AA}">
          <p14:sldIdLst>
            <p14:sldId id="2146847531"/>
            <p14:sldId id="2147478971"/>
            <p14:sldId id="2147478976"/>
            <p14:sldId id="2147478999"/>
          </p14:sldIdLst>
        </p14:section>
        <p14:section name="Phase 1 - Day 2" id="{91A10502-168B-441C-A37C-82CC968FF43A}">
          <p14:sldIdLst>
            <p14:sldId id="2146847569"/>
            <p14:sldId id="2147479003"/>
            <p14:sldId id="2147479020"/>
            <p14:sldId id="2147479018"/>
            <p14:sldId id="2147479019"/>
            <p14:sldId id="2147479021"/>
            <p14:sldId id="2147479031"/>
            <p14:sldId id="2147479022"/>
            <p14:sldId id="2147479033"/>
            <p14:sldId id="2147479032"/>
            <p14:sldId id="2147479012"/>
            <p14:sldId id="2147479023"/>
            <p14:sldId id="2147479013"/>
            <p14:sldId id="2147479024"/>
            <p14:sldId id="2147479025"/>
            <p14:sldId id="2147479014"/>
            <p14:sldId id="2147479026"/>
            <p14:sldId id="2147479015"/>
            <p14:sldId id="2147479027"/>
            <p14:sldId id="2147479028"/>
            <p14:sldId id="2147479029"/>
            <p14:sldId id="2147479016"/>
            <p14:sldId id="2147479030"/>
            <p14:sldId id="2147479017"/>
            <p14:sldId id="2147478992"/>
            <p14:sldId id="21474790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A9701F-D592-DC9F-5004-6FC2A44E2EA7}" name="Susan Dumas" initials="SD" userId="S::susan.dumas@neueda.com::344909c6-f792-4aae-bfa9-0833174df6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00"/>
    <a:srgbClr val="191A24"/>
    <a:srgbClr val="FFFFFF"/>
    <a:srgbClr val="D6D6D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7A0DF-793C-4FD4-BD91-BE8946A7E776}" v="58" dt="2026-09-08T08:47:37.290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304" y="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Coulstock" userId="32d60e15f1384047" providerId="LiveId" clId="{7326A5DA-AC13-434D-BBCB-56E6A11702D1}"/>
    <pc:docChg chg="custSel addSld delSld modSld sldOrd delSection modSection">
      <pc:chgData name="Ray Coulstock" userId="32d60e15f1384047" providerId="LiveId" clId="{7326A5DA-AC13-434D-BBCB-56E6A11702D1}" dt="2026-09-08T08:50:39.928" v="763" actId="1076"/>
      <pc:docMkLst>
        <pc:docMk/>
      </pc:docMkLst>
      <pc:sldChg chg="del">
        <pc:chgData name="Ray Coulstock" userId="32d60e15f1384047" providerId="LiveId" clId="{7326A5DA-AC13-434D-BBCB-56E6A11702D1}" dt="2026-09-07T13:47:35.046" v="610" actId="47"/>
        <pc:sldMkLst>
          <pc:docMk/>
          <pc:sldMk cId="1908232213" sldId="2146847570"/>
        </pc:sldMkLst>
      </pc:sldChg>
      <pc:sldChg chg="del">
        <pc:chgData name="Ray Coulstock" userId="32d60e15f1384047" providerId="LiveId" clId="{7326A5DA-AC13-434D-BBCB-56E6A11702D1}" dt="2026-09-07T13:47:35.046" v="610" actId="47"/>
        <pc:sldMkLst>
          <pc:docMk/>
          <pc:sldMk cId="890729348" sldId="2146847571"/>
        </pc:sldMkLst>
      </pc:sldChg>
      <pc:sldChg chg="del">
        <pc:chgData name="Ray Coulstock" userId="32d60e15f1384047" providerId="LiveId" clId="{7326A5DA-AC13-434D-BBCB-56E6A11702D1}" dt="2026-09-07T13:47:35.046" v="610" actId="47"/>
        <pc:sldMkLst>
          <pc:docMk/>
          <pc:sldMk cId="1622457333" sldId="2146847583"/>
        </pc:sldMkLst>
      </pc:sldChg>
      <pc:sldChg chg="addSp modSp add mod">
        <pc:chgData name="Ray Coulstock" userId="32d60e15f1384047" providerId="LiveId" clId="{7326A5DA-AC13-434D-BBCB-56E6A11702D1}" dt="2026-09-07T09:52:12.466" v="435" actId="15"/>
        <pc:sldMkLst>
          <pc:docMk/>
          <pc:sldMk cId="614294328" sldId="2147478992"/>
        </pc:sldMkLst>
        <pc:spChg chg="add mod">
          <ac:chgData name="Ray Coulstock" userId="32d60e15f1384047" providerId="LiveId" clId="{7326A5DA-AC13-434D-BBCB-56E6A11702D1}" dt="2026-09-07T09:52:12.466" v="435" actId="15"/>
          <ac:spMkLst>
            <pc:docMk/>
            <pc:sldMk cId="614294328" sldId="2147478992"/>
            <ac:spMk id="2" creationId="{BBE9A75C-FE2B-F6EB-9AB3-E99943A98F1A}"/>
          </ac:spMkLst>
        </pc:spChg>
        <pc:spChg chg="mod">
          <ac:chgData name="Ray Coulstock" userId="32d60e15f1384047" providerId="LiveId" clId="{7326A5DA-AC13-434D-BBCB-56E6A11702D1}" dt="2026-09-07T09:43:33.177" v="248" actId="20577"/>
          <ac:spMkLst>
            <pc:docMk/>
            <pc:sldMk cId="614294328" sldId="2147478992"/>
            <ac:spMk id="3" creationId="{F6F30D62-88E0-1697-E920-BB038CE1E849}"/>
          </ac:spMkLst>
        </pc:spChg>
      </pc:sldChg>
      <pc:sldChg chg="add del">
        <pc:chgData name="Ray Coulstock" userId="32d60e15f1384047" providerId="LiveId" clId="{7326A5DA-AC13-434D-BBCB-56E6A11702D1}" dt="2026-09-07T13:47:35.046" v="610" actId="47"/>
        <pc:sldMkLst>
          <pc:docMk/>
          <pc:sldMk cId="194325350" sldId="2147479000"/>
        </pc:sldMkLst>
      </pc:sldChg>
      <pc:sldChg chg="add">
        <pc:chgData name="Ray Coulstock" userId="32d60e15f1384047" providerId="LiveId" clId="{7326A5DA-AC13-434D-BBCB-56E6A11702D1}" dt="2026-09-05T07:02:14.273" v="5"/>
        <pc:sldMkLst>
          <pc:docMk/>
          <pc:sldMk cId="1388483694" sldId="2147479001"/>
        </pc:sldMkLst>
      </pc:sldChg>
      <pc:sldChg chg="add del">
        <pc:chgData name="Ray Coulstock" userId="32d60e15f1384047" providerId="LiveId" clId="{7326A5DA-AC13-434D-BBCB-56E6A11702D1}" dt="2026-09-07T09:03:20.246" v="8" actId="47"/>
        <pc:sldMkLst>
          <pc:docMk/>
          <pc:sldMk cId="3766414528" sldId="2147479002"/>
        </pc:sldMkLst>
      </pc:sldChg>
      <pc:sldChg chg="addSp delSp modSp add mod">
        <pc:chgData name="Ray Coulstock" userId="32d60e15f1384047" providerId="LiveId" clId="{7326A5DA-AC13-434D-BBCB-56E6A11702D1}" dt="2026-09-07T09:14:36.919" v="79" actId="1076"/>
        <pc:sldMkLst>
          <pc:docMk/>
          <pc:sldMk cId="432505598" sldId="2147479003"/>
        </pc:sldMkLst>
        <pc:spChg chg="mod">
          <ac:chgData name="Ray Coulstock" userId="32d60e15f1384047" providerId="LiveId" clId="{7326A5DA-AC13-434D-BBCB-56E6A11702D1}" dt="2026-09-07T09:14:00.883" v="75"/>
          <ac:spMkLst>
            <pc:docMk/>
            <pc:sldMk cId="432505598" sldId="2147479003"/>
            <ac:spMk id="2" creationId="{501368EC-A6F7-DF68-2B3E-B9B09E7D6B7B}"/>
          </ac:spMkLst>
        </pc:spChg>
        <pc:spChg chg="mod">
          <ac:chgData name="Ray Coulstock" userId="32d60e15f1384047" providerId="LiveId" clId="{7326A5DA-AC13-434D-BBCB-56E6A11702D1}" dt="2026-09-07T09:13:52.847" v="74" actId="207"/>
          <ac:spMkLst>
            <pc:docMk/>
            <pc:sldMk cId="432505598" sldId="2147479003"/>
            <ac:spMk id="3" creationId="{FF8716E8-32AD-65F5-F8AC-1FD67BAF470A}"/>
          </ac:spMkLst>
        </pc:spChg>
        <pc:spChg chg="del">
          <ac:chgData name="Ray Coulstock" userId="32d60e15f1384047" providerId="LiveId" clId="{7326A5DA-AC13-434D-BBCB-56E6A11702D1}" dt="2026-09-07T09:14:11.611" v="76" actId="478"/>
          <ac:spMkLst>
            <pc:docMk/>
            <pc:sldMk cId="432505598" sldId="2147479003"/>
            <ac:spMk id="4" creationId="{9C6F2398-B946-A348-97E4-E6E73F19F829}"/>
          </ac:spMkLst>
        </pc:spChg>
        <pc:spChg chg="del">
          <ac:chgData name="Ray Coulstock" userId="32d60e15f1384047" providerId="LiveId" clId="{7326A5DA-AC13-434D-BBCB-56E6A11702D1}" dt="2026-09-07T09:14:12.622" v="77" actId="478"/>
          <ac:spMkLst>
            <pc:docMk/>
            <pc:sldMk cId="432505598" sldId="2147479003"/>
            <ac:spMk id="6" creationId="{31E5C7CD-F94C-4822-A903-30453A921435}"/>
          </ac:spMkLst>
        </pc:spChg>
        <pc:picChg chg="add mod">
          <ac:chgData name="Ray Coulstock" userId="32d60e15f1384047" providerId="LiveId" clId="{7326A5DA-AC13-434D-BBCB-56E6A11702D1}" dt="2026-09-07T09:14:36.919" v="79" actId="1076"/>
          <ac:picMkLst>
            <pc:docMk/>
            <pc:sldMk cId="432505598" sldId="2147479003"/>
            <ac:picMk id="7" creationId="{ACEB04F9-53D6-20B8-6C8A-BEE8AFC3926D}"/>
          </ac:picMkLst>
        </pc:picChg>
      </pc:sldChg>
      <pc:sldChg chg="modSp add mod">
        <pc:chgData name="Ray Coulstock" userId="32d60e15f1384047" providerId="LiveId" clId="{7326A5DA-AC13-434D-BBCB-56E6A11702D1}" dt="2026-09-07T09:04:32.152" v="19" actId="20577"/>
        <pc:sldMkLst>
          <pc:docMk/>
          <pc:sldMk cId="1456193331" sldId="2147479012"/>
        </pc:sldMkLst>
        <pc:spChg chg="mod">
          <ac:chgData name="Ray Coulstock" userId="32d60e15f1384047" providerId="LiveId" clId="{7326A5DA-AC13-434D-BBCB-56E6A11702D1}" dt="2026-09-07T09:03:44.726" v="12" actId="14100"/>
          <ac:spMkLst>
            <pc:docMk/>
            <pc:sldMk cId="1456193331" sldId="2147479012"/>
            <ac:spMk id="4" creationId="{9F2F26C8-2C70-995C-2170-A5A43281D58A}"/>
          </ac:spMkLst>
        </pc:spChg>
        <pc:spChg chg="mod">
          <ac:chgData name="Ray Coulstock" userId="32d60e15f1384047" providerId="LiveId" clId="{7326A5DA-AC13-434D-BBCB-56E6A11702D1}" dt="2026-09-07T09:04:32.152" v="19" actId="20577"/>
          <ac:spMkLst>
            <pc:docMk/>
            <pc:sldMk cId="1456193331" sldId="2147479012"/>
            <ac:spMk id="5" creationId="{F94920BA-D5D8-BD28-AEBD-258C7EEB7F1E}"/>
          </ac:spMkLst>
        </pc:spChg>
      </pc:sldChg>
      <pc:sldChg chg="modSp add mod">
        <pc:chgData name="Ray Coulstock" userId="32d60e15f1384047" providerId="LiveId" clId="{7326A5DA-AC13-434D-BBCB-56E6A11702D1}" dt="2026-09-07T09:06:06.219" v="31" actId="20577"/>
        <pc:sldMkLst>
          <pc:docMk/>
          <pc:sldMk cId="2398843838" sldId="2147479013"/>
        </pc:sldMkLst>
        <pc:spChg chg="mod">
          <ac:chgData name="Ray Coulstock" userId="32d60e15f1384047" providerId="LiveId" clId="{7326A5DA-AC13-434D-BBCB-56E6A11702D1}" dt="2026-09-07T09:05:28.867" v="25" actId="20577"/>
          <ac:spMkLst>
            <pc:docMk/>
            <pc:sldMk cId="2398843838" sldId="2147479013"/>
            <ac:spMk id="4" creationId="{5C31F6D2-724B-CC32-B519-43E58D33F3EA}"/>
          </ac:spMkLst>
        </pc:spChg>
        <pc:spChg chg="mod">
          <ac:chgData name="Ray Coulstock" userId="32d60e15f1384047" providerId="LiveId" clId="{7326A5DA-AC13-434D-BBCB-56E6A11702D1}" dt="2026-09-07T09:06:06.219" v="31" actId="20577"/>
          <ac:spMkLst>
            <pc:docMk/>
            <pc:sldMk cId="2398843838" sldId="2147479013"/>
            <ac:spMk id="5" creationId="{B010A361-57E4-ABA9-E50B-1D57BC2C52ED}"/>
          </ac:spMkLst>
        </pc:spChg>
      </pc:sldChg>
      <pc:sldChg chg="modSp add mod">
        <pc:chgData name="Ray Coulstock" userId="32d60e15f1384047" providerId="LiveId" clId="{7326A5DA-AC13-434D-BBCB-56E6A11702D1}" dt="2026-09-07T09:07:14.441" v="42" actId="20577"/>
        <pc:sldMkLst>
          <pc:docMk/>
          <pc:sldMk cId="4275225907" sldId="2147479014"/>
        </pc:sldMkLst>
        <pc:spChg chg="mod">
          <ac:chgData name="Ray Coulstock" userId="32d60e15f1384047" providerId="LiveId" clId="{7326A5DA-AC13-434D-BBCB-56E6A11702D1}" dt="2026-09-07T09:06:42.173" v="33"/>
          <ac:spMkLst>
            <pc:docMk/>
            <pc:sldMk cId="4275225907" sldId="2147479014"/>
            <ac:spMk id="4" creationId="{D0234A54-3901-0BC1-D630-4F4FF2057ADA}"/>
          </ac:spMkLst>
        </pc:spChg>
        <pc:spChg chg="mod">
          <ac:chgData name="Ray Coulstock" userId="32d60e15f1384047" providerId="LiveId" clId="{7326A5DA-AC13-434D-BBCB-56E6A11702D1}" dt="2026-09-07T09:07:14.441" v="42" actId="20577"/>
          <ac:spMkLst>
            <pc:docMk/>
            <pc:sldMk cId="4275225907" sldId="2147479014"/>
            <ac:spMk id="5" creationId="{8395C9C7-9FD4-C9E7-7589-99C1AF1CDB92}"/>
          </ac:spMkLst>
        </pc:spChg>
      </pc:sldChg>
      <pc:sldChg chg="modSp add mod">
        <pc:chgData name="Ray Coulstock" userId="32d60e15f1384047" providerId="LiveId" clId="{7326A5DA-AC13-434D-BBCB-56E6A11702D1}" dt="2026-09-07T09:08:12.154" v="50" actId="404"/>
        <pc:sldMkLst>
          <pc:docMk/>
          <pc:sldMk cId="629686261" sldId="2147479015"/>
        </pc:sldMkLst>
        <pc:spChg chg="mod">
          <ac:chgData name="Ray Coulstock" userId="32d60e15f1384047" providerId="LiveId" clId="{7326A5DA-AC13-434D-BBCB-56E6A11702D1}" dt="2026-09-07T09:07:40.864" v="44"/>
          <ac:spMkLst>
            <pc:docMk/>
            <pc:sldMk cId="629686261" sldId="2147479015"/>
            <ac:spMk id="4" creationId="{75BE9118-1567-94FE-E1D7-A214B9B96D51}"/>
          </ac:spMkLst>
        </pc:spChg>
        <pc:spChg chg="mod">
          <ac:chgData name="Ray Coulstock" userId="32d60e15f1384047" providerId="LiveId" clId="{7326A5DA-AC13-434D-BBCB-56E6A11702D1}" dt="2026-09-07T09:08:12.154" v="50" actId="404"/>
          <ac:spMkLst>
            <pc:docMk/>
            <pc:sldMk cId="629686261" sldId="2147479015"/>
            <ac:spMk id="5" creationId="{7FD81702-9894-F6C1-4065-0524C7D9E7C1}"/>
          </ac:spMkLst>
        </pc:spChg>
      </pc:sldChg>
      <pc:sldChg chg="modSp add mod">
        <pc:chgData name="Ray Coulstock" userId="32d60e15f1384047" providerId="LiveId" clId="{7326A5DA-AC13-434D-BBCB-56E6A11702D1}" dt="2026-09-07T09:09:30.781" v="60" actId="20577"/>
        <pc:sldMkLst>
          <pc:docMk/>
          <pc:sldMk cId="3043627278" sldId="2147479016"/>
        </pc:sldMkLst>
        <pc:spChg chg="mod">
          <ac:chgData name="Ray Coulstock" userId="32d60e15f1384047" providerId="LiveId" clId="{7326A5DA-AC13-434D-BBCB-56E6A11702D1}" dt="2026-09-07T09:08:58.840" v="54"/>
          <ac:spMkLst>
            <pc:docMk/>
            <pc:sldMk cId="3043627278" sldId="2147479016"/>
            <ac:spMk id="4" creationId="{670F1A5B-DA8D-F83C-FC6A-E7DA8ECDA81F}"/>
          </ac:spMkLst>
        </pc:spChg>
        <pc:spChg chg="mod">
          <ac:chgData name="Ray Coulstock" userId="32d60e15f1384047" providerId="LiveId" clId="{7326A5DA-AC13-434D-BBCB-56E6A11702D1}" dt="2026-09-07T09:09:30.781" v="60" actId="20577"/>
          <ac:spMkLst>
            <pc:docMk/>
            <pc:sldMk cId="3043627278" sldId="2147479016"/>
            <ac:spMk id="5" creationId="{DFEA2BCB-32B1-02CE-4D3C-02E391216319}"/>
          </ac:spMkLst>
        </pc:spChg>
      </pc:sldChg>
      <pc:sldChg chg="modSp add mod">
        <pc:chgData name="Ray Coulstock" userId="32d60e15f1384047" providerId="LiveId" clId="{7326A5DA-AC13-434D-BBCB-56E6A11702D1}" dt="2026-09-07T09:10:31.087" v="67" actId="20577"/>
        <pc:sldMkLst>
          <pc:docMk/>
          <pc:sldMk cId="3564232991" sldId="2147479017"/>
        </pc:sldMkLst>
        <pc:spChg chg="mod">
          <ac:chgData name="Ray Coulstock" userId="32d60e15f1384047" providerId="LiveId" clId="{7326A5DA-AC13-434D-BBCB-56E6A11702D1}" dt="2026-09-07T09:10:05.406" v="63" actId="20577"/>
          <ac:spMkLst>
            <pc:docMk/>
            <pc:sldMk cId="3564232991" sldId="2147479017"/>
            <ac:spMk id="4" creationId="{2031D1F6-68D3-3371-C8FD-A92EE60AAC28}"/>
          </ac:spMkLst>
        </pc:spChg>
        <pc:spChg chg="mod">
          <ac:chgData name="Ray Coulstock" userId="32d60e15f1384047" providerId="LiveId" clId="{7326A5DA-AC13-434D-BBCB-56E6A11702D1}" dt="2026-09-07T09:10:31.087" v="67" actId="20577"/>
          <ac:spMkLst>
            <pc:docMk/>
            <pc:sldMk cId="3564232991" sldId="2147479017"/>
            <ac:spMk id="5" creationId="{07DC82B3-52E8-DF38-EC1D-FF63BBAE1739}"/>
          </ac:spMkLst>
        </pc:spChg>
      </pc:sldChg>
      <pc:sldChg chg="modSp new mod">
        <pc:chgData name="Ray Coulstock" userId="32d60e15f1384047" providerId="LiveId" clId="{7326A5DA-AC13-434D-BBCB-56E6A11702D1}" dt="2026-09-07T09:15:37.909" v="83" actId="5793"/>
        <pc:sldMkLst>
          <pc:docMk/>
          <pc:sldMk cId="2923059408" sldId="2147479018"/>
        </pc:sldMkLst>
        <pc:spChg chg="mod">
          <ac:chgData name="Ray Coulstock" userId="32d60e15f1384047" providerId="LiveId" clId="{7326A5DA-AC13-434D-BBCB-56E6A11702D1}" dt="2026-09-07T09:15:29.279" v="81"/>
          <ac:spMkLst>
            <pc:docMk/>
            <pc:sldMk cId="2923059408" sldId="2147479018"/>
            <ac:spMk id="2" creationId="{6BC80D14-A934-3A47-F14C-C0737B4E2C38}"/>
          </ac:spMkLst>
        </pc:spChg>
        <pc:spChg chg="mod">
          <ac:chgData name="Ray Coulstock" userId="32d60e15f1384047" providerId="LiveId" clId="{7326A5DA-AC13-434D-BBCB-56E6A11702D1}" dt="2026-09-07T09:15:37.909" v="83" actId="5793"/>
          <ac:spMkLst>
            <pc:docMk/>
            <pc:sldMk cId="2923059408" sldId="2147479018"/>
            <ac:spMk id="3" creationId="{FB7A2757-6B56-EEC0-C03F-A71422CF24EF}"/>
          </ac:spMkLst>
        </pc:spChg>
      </pc:sldChg>
      <pc:sldChg chg="modSp new mod">
        <pc:chgData name="Ray Coulstock" userId="32d60e15f1384047" providerId="LiveId" clId="{7326A5DA-AC13-434D-BBCB-56E6A11702D1}" dt="2026-09-07T09:16:32.503" v="87" actId="15"/>
        <pc:sldMkLst>
          <pc:docMk/>
          <pc:sldMk cId="4225458487" sldId="2147479019"/>
        </pc:sldMkLst>
        <pc:spChg chg="mod">
          <ac:chgData name="Ray Coulstock" userId="32d60e15f1384047" providerId="LiveId" clId="{7326A5DA-AC13-434D-BBCB-56E6A11702D1}" dt="2026-09-07T09:16:23.053" v="85"/>
          <ac:spMkLst>
            <pc:docMk/>
            <pc:sldMk cId="4225458487" sldId="2147479019"/>
            <ac:spMk id="2" creationId="{2C11AE24-9796-CFF1-12BC-A73E8DE9ED7D}"/>
          </ac:spMkLst>
        </pc:spChg>
        <pc:spChg chg="mod">
          <ac:chgData name="Ray Coulstock" userId="32d60e15f1384047" providerId="LiveId" clId="{7326A5DA-AC13-434D-BBCB-56E6A11702D1}" dt="2026-09-07T09:16:32.503" v="87" actId="15"/>
          <ac:spMkLst>
            <pc:docMk/>
            <pc:sldMk cId="4225458487" sldId="2147479019"/>
            <ac:spMk id="3" creationId="{975FC042-F3E1-D43C-3FCF-9800952F2E42}"/>
          </ac:spMkLst>
        </pc:spChg>
      </pc:sldChg>
      <pc:sldChg chg="addSp delSp modSp new mod">
        <pc:chgData name="Ray Coulstock" userId="32d60e15f1384047" providerId="LiveId" clId="{7326A5DA-AC13-434D-BBCB-56E6A11702D1}" dt="2026-09-07T10:14:09.184" v="609" actId="1076"/>
        <pc:sldMkLst>
          <pc:docMk/>
          <pc:sldMk cId="3995839834" sldId="2147479020"/>
        </pc:sldMkLst>
        <pc:spChg chg="mod">
          <ac:chgData name="Ray Coulstock" userId="32d60e15f1384047" providerId="LiveId" clId="{7326A5DA-AC13-434D-BBCB-56E6A11702D1}" dt="2026-09-07T10:11:33.445" v="597" actId="20577"/>
          <ac:spMkLst>
            <pc:docMk/>
            <pc:sldMk cId="3995839834" sldId="2147479020"/>
            <ac:spMk id="2" creationId="{93493A41-381C-2CE4-B611-F3502C679724}"/>
          </ac:spMkLst>
        </pc:spChg>
        <pc:spChg chg="del">
          <ac:chgData name="Ray Coulstock" userId="32d60e15f1384047" providerId="LiveId" clId="{7326A5DA-AC13-434D-BBCB-56E6A11702D1}" dt="2026-09-07T09:17:40.910" v="90" actId="478"/>
          <ac:spMkLst>
            <pc:docMk/>
            <pc:sldMk cId="3995839834" sldId="2147479020"/>
            <ac:spMk id="3" creationId="{5AD4655E-8B0B-1E73-F398-83385DF57F7E}"/>
          </ac:spMkLst>
        </pc:spChg>
        <pc:spChg chg="add del">
          <ac:chgData name="Ray Coulstock" userId="32d60e15f1384047" providerId="LiveId" clId="{7326A5DA-AC13-434D-BBCB-56E6A11702D1}" dt="2026-09-07T09:17:43.460" v="92" actId="478"/>
          <ac:spMkLst>
            <pc:docMk/>
            <pc:sldMk cId="3995839834" sldId="2147479020"/>
            <ac:spMk id="5" creationId="{D502D917-B22F-6908-751A-7ABA0DE5420A}"/>
          </ac:spMkLst>
        </pc:spChg>
        <pc:spChg chg="add mod">
          <ac:chgData name="Ray Coulstock" userId="32d60e15f1384047" providerId="LiveId" clId="{7326A5DA-AC13-434D-BBCB-56E6A11702D1}" dt="2026-09-07T09:56:56.571" v="455" actId="1076"/>
          <ac:spMkLst>
            <pc:docMk/>
            <pc:sldMk cId="3995839834" sldId="2147479020"/>
            <ac:spMk id="9" creationId="{05F09425-51A7-ADC8-79EA-724BCAA83A62}"/>
          </ac:spMkLst>
        </pc:spChg>
        <pc:spChg chg="add mod">
          <ac:chgData name="Ray Coulstock" userId="32d60e15f1384047" providerId="LiveId" clId="{7326A5DA-AC13-434D-BBCB-56E6A11702D1}" dt="2026-09-07T10:13:32.457" v="606" actId="12"/>
          <ac:spMkLst>
            <pc:docMk/>
            <pc:sldMk cId="3995839834" sldId="2147479020"/>
            <ac:spMk id="18" creationId="{2FD81E32-8557-60A0-0468-56C6F9F5BFB9}"/>
          </ac:spMkLst>
        </pc:spChg>
        <pc:spChg chg="add mod">
          <ac:chgData name="Ray Coulstock" userId="32d60e15f1384047" providerId="LiveId" clId="{7326A5DA-AC13-434D-BBCB-56E6A11702D1}" dt="2026-09-07T10:13:28.950" v="605" actId="12"/>
          <ac:spMkLst>
            <pc:docMk/>
            <pc:sldMk cId="3995839834" sldId="2147479020"/>
            <ac:spMk id="20" creationId="{1CED6AAF-A867-946B-DB90-F1E0501366A8}"/>
          </ac:spMkLst>
        </pc:spChg>
        <pc:spChg chg="add mod">
          <ac:chgData name="Ray Coulstock" userId="32d60e15f1384047" providerId="LiveId" clId="{7326A5DA-AC13-434D-BBCB-56E6A11702D1}" dt="2026-09-07T10:12:05.851" v="599" actId="1076"/>
          <ac:spMkLst>
            <pc:docMk/>
            <pc:sldMk cId="3995839834" sldId="2147479020"/>
            <ac:spMk id="22" creationId="{DC693611-47A3-9CEC-710A-3AE2CB342DA0}"/>
          </ac:spMkLst>
        </pc:spChg>
        <pc:picChg chg="add del mod">
          <ac:chgData name="Ray Coulstock" userId="32d60e15f1384047" providerId="LiveId" clId="{7326A5DA-AC13-434D-BBCB-56E6A11702D1}" dt="2026-09-07T10:12:00.676" v="598" actId="478"/>
          <ac:picMkLst>
            <pc:docMk/>
            <pc:sldMk cId="3995839834" sldId="2147479020"/>
            <ac:picMk id="7" creationId="{F136798B-E4EC-E00C-D7A5-D85881D87324}"/>
          </ac:picMkLst>
        </pc:picChg>
        <pc:picChg chg="add del mod">
          <ac:chgData name="Ray Coulstock" userId="32d60e15f1384047" providerId="LiveId" clId="{7326A5DA-AC13-434D-BBCB-56E6A11702D1}" dt="2026-09-07T09:56:27.954" v="445" actId="478"/>
          <ac:picMkLst>
            <pc:docMk/>
            <pc:sldMk cId="3995839834" sldId="2147479020"/>
            <ac:picMk id="11" creationId="{A4F21C28-DA1B-DE7C-8D73-EF4CBF25FD6D}"/>
          </ac:picMkLst>
        </pc:picChg>
        <pc:picChg chg="add mod">
          <ac:chgData name="Ray Coulstock" userId="32d60e15f1384047" providerId="LiveId" clId="{7326A5DA-AC13-434D-BBCB-56E6A11702D1}" dt="2026-09-07T09:56:45.801" v="452" actId="1076"/>
          <ac:picMkLst>
            <pc:docMk/>
            <pc:sldMk cId="3995839834" sldId="2147479020"/>
            <ac:picMk id="13" creationId="{62A04792-8037-2DA6-9FFF-7CCB1E5F2B26}"/>
          </ac:picMkLst>
        </pc:picChg>
        <pc:picChg chg="add mod">
          <ac:chgData name="Ray Coulstock" userId="32d60e15f1384047" providerId="LiveId" clId="{7326A5DA-AC13-434D-BBCB-56E6A11702D1}" dt="2026-09-07T10:12:05.851" v="599" actId="1076"/>
          <ac:picMkLst>
            <pc:docMk/>
            <pc:sldMk cId="3995839834" sldId="2147479020"/>
            <ac:picMk id="15" creationId="{18237621-2E79-8B12-9854-4EB5C849C237}"/>
          </ac:picMkLst>
        </pc:picChg>
        <pc:picChg chg="add mod">
          <ac:chgData name="Ray Coulstock" userId="32d60e15f1384047" providerId="LiveId" clId="{7326A5DA-AC13-434D-BBCB-56E6A11702D1}" dt="2026-09-07T10:10:37.375" v="568" actId="1076"/>
          <ac:picMkLst>
            <pc:docMk/>
            <pc:sldMk cId="3995839834" sldId="2147479020"/>
            <ac:picMk id="17" creationId="{1B789278-53B7-91F7-A419-9BBDFC519954}"/>
          </ac:picMkLst>
        </pc:picChg>
        <pc:cxnChg chg="add del mod">
          <ac:chgData name="Ray Coulstock" userId="32d60e15f1384047" providerId="LiveId" clId="{7326A5DA-AC13-434D-BBCB-56E6A11702D1}" dt="2026-09-07T10:12:35.841" v="601" actId="478"/>
          <ac:cxnSpMkLst>
            <pc:docMk/>
            <pc:sldMk cId="3995839834" sldId="2147479020"/>
            <ac:cxnSpMk id="24" creationId="{C6C234A8-B12A-4E1C-6CAA-1A0CFEE28A44}"/>
          </ac:cxnSpMkLst>
        </pc:cxnChg>
        <pc:cxnChg chg="add mod">
          <ac:chgData name="Ray Coulstock" userId="32d60e15f1384047" providerId="LiveId" clId="{7326A5DA-AC13-434D-BBCB-56E6A11702D1}" dt="2026-09-07T10:14:09.184" v="609" actId="1076"/>
          <ac:cxnSpMkLst>
            <pc:docMk/>
            <pc:sldMk cId="3995839834" sldId="2147479020"/>
            <ac:cxnSpMk id="26" creationId="{C191E923-C1F8-859C-7BBB-6D4AA982A175}"/>
          </ac:cxnSpMkLst>
        </pc:cxnChg>
      </pc:sldChg>
      <pc:sldChg chg="addSp delSp modSp new mod">
        <pc:chgData name="Ray Coulstock" userId="32d60e15f1384047" providerId="LiveId" clId="{7326A5DA-AC13-434D-BBCB-56E6A11702D1}" dt="2026-09-08T08:17:00.667" v="688" actId="14100"/>
        <pc:sldMkLst>
          <pc:docMk/>
          <pc:sldMk cId="3854495546" sldId="2147479021"/>
        </pc:sldMkLst>
        <pc:spChg chg="mod">
          <ac:chgData name="Ray Coulstock" userId="32d60e15f1384047" providerId="LiveId" clId="{7326A5DA-AC13-434D-BBCB-56E6A11702D1}" dt="2026-09-07T09:18:55.035" v="101"/>
          <ac:spMkLst>
            <pc:docMk/>
            <pc:sldMk cId="3854495546" sldId="2147479021"/>
            <ac:spMk id="2" creationId="{DDE09284-E1C6-47AC-1889-34088B49CC33}"/>
          </ac:spMkLst>
        </pc:spChg>
        <pc:spChg chg="del">
          <ac:chgData name="Ray Coulstock" userId="32d60e15f1384047" providerId="LiveId" clId="{7326A5DA-AC13-434D-BBCB-56E6A11702D1}" dt="2026-09-07T09:19:14.034" v="102" actId="478"/>
          <ac:spMkLst>
            <pc:docMk/>
            <pc:sldMk cId="3854495546" sldId="2147479021"/>
            <ac:spMk id="3" creationId="{6ABF5732-C3E7-6F8B-18B5-9DD8D33F90F1}"/>
          </ac:spMkLst>
        </pc:spChg>
        <pc:spChg chg="add mod">
          <ac:chgData name="Ray Coulstock" userId="32d60e15f1384047" providerId="LiveId" clId="{7326A5DA-AC13-434D-BBCB-56E6A11702D1}" dt="2026-09-07T09:19:32.556" v="107" actId="207"/>
          <ac:spMkLst>
            <pc:docMk/>
            <pc:sldMk cId="3854495546" sldId="2147479021"/>
            <ac:spMk id="7" creationId="{0AE6AF99-0F05-5E7F-F1EF-20CD6517EFD7}"/>
          </ac:spMkLst>
        </pc:spChg>
        <pc:picChg chg="add mod">
          <ac:chgData name="Ray Coulstock" userId="32d60e15f1384047" providerId="LiveId" clId="{7326A5DA-AC13-434D-BBCB-56E6A11702D1}" dt="2026-09-08T08:17:00.667" v="688" actId="14100"/>
          <ac:picMkLst>
            <pc:docMk/>
            <pc:sldMk cId="3854495546" sldId="2147479021"/>
            <ac:picMk id="5" creationId="{D44A7F8B-0203-AA63-1DA8-26F734B1FF97}"/>
          </ac:picMkLst>
        </pc:picChg>
      </pc:sldChg>
      <pc:sldChg chg="addSp delSp modSp new mod">
        <pc:chgData name="Ray Coulstock" userId="32d60e15f1384047" providerId="LiveId" clId="{7326A5DA-AC13-434D-BBCB-56E6A11702D1}" dt="2026-09-07T09:20:30.264" v="119" actId="1076"/>
        <pc:sldMkLst>
          <pc:docMk/>
          <pc:sldMk cId="51071507" sldId="2147479022"/>
        </pc:sldMkLst>
        <pc:spChg chg="mod">
          <ac:chgData name="Ray Coulstock" userId="32d60e15f1384047" providerId="LiveId" clId="{7326A5DA-AC13-434D-BBCB-56E6A11702D1}" dt="2026-09-07T09:19:54.853" v="111"/>
          <ac:spMkLst>
            <pc:docMk/>
            <pc:sldMk cId="51071507" sldId="2147479022"/>
            <ac:spMk id="2" creationId="{2855C474-81F5-D335-FFDB-4C6F4E1E3518}"/>
          </ac:spMkLst>
        </pc:spChg>
        <pc:spChg chg="del">
          <ac:chgData name="Ray Coulstock" userId="32d60e15f1384047" providerId="LiveId" clId="{7326A5DA-AC13-434D-BBCB-56E6A11702D1}" dt="2026-09-07T09:20:09.100" v="112" actId="478"/>
          <ac:spMkLst>
            <pc:docMk/>
            <pc:sldMk cId="51071507" sldId="2147479022"/>
            <ac:spMk id="3" creationId="{1567DDF4-63CF-4818-7B8E-DCEE0B68A88F}"/>
          </ac:spMkLst>
        </pc:spChg>
        <pc:spChg chg="add mod">
          <ac:chgData name="Ray Coulstock" userId="32d60e15f1384047" providerId="LiveId" clId="{7326A5DA-AC13-434D-BBCB-56E6A11702D1}" dt="2026-09-07T09:20:30.264" v="119" actId="1076"/>
          <ac:spMkLst>
            <pc:docMk/>
            <pc:sldMk cId="51071507" sldId="2147479022"/>
            <ac:spMk id="7" creationId="{F8D1588D-24D6-BEDF-2A99-7779BD0F3E68}"/>
          </ac:spMkLst>
        </pc:spChg>
        <pc:picChg chg="add mod">
          <ac:chgData name="Ray Coulstock" userId="32d60e15f1384047" providerId="LiveId" clId="{7326A5DA-AC13-434D-BBCB-56E6A11702D1}" dt="2026-09-07T09:20:14.587" v="115" actId="1076"/>
          <ac:picMkLst>
            <pc:docMk/>
            <pc:sldMk cId="51071507" sldId="2147479022"/>
            <ac:picMk id="5" creationId="{EF8DF399-1C81-79C3-0ACF-D1D6BE375191}"/>
          </ac:picMkLst>
        </pc:picChg>
      </pc:sldChg>
      <pc:sldChg chg="add del">
        <pc:chgData name="Ray Coulstock" userId="32d60e15f1384047" providerId="LiveId" clId="{7326A5DA-AC13-434D-BBCB-56E6A11702D1}" dt="2026-09-07T09:20:42.808" v="120" actId="2696"/>
        <pc:sldMkLst>
          <pc:docMk/>
          <pc:sldMk cId="644837539" sldId="2147479023"/>
        </pc:sldMkLst>
      </pc:sldChg>
      <pc:sldChg chg="addSp delSp modSp add mod">
        <pc:chgData name="Ray Coulstock" userId="32d60e15f1384047" providerId="LiveId" clId="{7326A5DA-AC13-434D-BBCB-56E6A11702D1}" dt="2026-09-08T08:15:03.259" v="685" actId="1076"/>
        <pc:sldMkLst>
          <pc:docMk/>
          <pc:sldMk cId="4265706588" sldId="2147479023"/>
        </pc:sldMkLst>
        <pc:spChg chg="mod">
          <ac:chgData name="Ray Coulstock" userId="32d60e15f1384047" providerId="LiveId" clId="{7326A5DA-AC13-434D-BBCB-56E6A11702D1}" dt="2026-09-07T09:21:32.202" v="122"/>
          <ac:spMkLst>
            <pc:docMk/>
            <pc:sldMk cId="4265706588" sldId="2147479023"/>
            <ac:spMk id="2" creationId="{AD12242F-99C9-E719-92CD-6875A79D5B2E}"/>
          </ac:spMkLst>
        </pc:spChg>
        <pc:spChg chg="del">
          <ac:chgData name="Ray Coulstock" userId="32d60e15f1384047" providerId="LiveId" clId="{7326A5DA-AC13-434D-BBCB-56E6A11702D1}" dt="2026-09-07T09:21:49.006" v="123" actId="478"/>
          <ac:spMkLst>
            <pc:docMk/>
            <pc:sldMk cId="4265706588" sldId="2147479023"/>
            <ac:spMk id="3" creationId="{7BD86DEA-A514-884E-7378-C9F03C5F01BD}"/>
          </ac:spMkLst>
        </pc:spChg>
        <pc:spChg chg="add mod ord">
          <ac:chgData name="Ray Coulstock" userId="32d60e15f1384047" providerId="LiveId" clId="{7326A5DA-AC13-434D-BBCB-56E6A11702D1}" dt="2026-09-08T08:15:03.259" v="685" actId="1076"/>
          <ac:spMkLst>
            <pc:docMk/>
            <pc:sldMk cId="4265706588" sldId="2147479023"/>
            <ac:spMk id="7" creationId="{7FB122E1-BCD3-1FBC-E1DD-F09FA785EE31}"/>
          </ac:spMkLst>
        </pc:spChg>
        <pc:picChg chg="add mod">
          <ac:chgData name="Ray Coulstock" userId="32d60e15f1384047" providerId="LiveId" clId="{7326A5DA-AC13-434D-BBCB-56E6A11702D1}" dt="2026-09-08T08:13:26.991" v="678" actId="1076"/>
          <ac:picMkLst>
            <pc:docMk/>
            <pc:sldMk cId="4265706588" sldId="2147479023"/>
            <ac:picMk id="4" creationId="{FC241EDF-FF8C-A1FE-2F73-3E1FBBD96921}"/>
          </ac:picMkLst>
        </pc:picChg>
        <pc:picChg chg="add mod">
          <ac:chgData name="Ray Coulstock" userId="32d60e15f1384047" providerId="LiveId" clId="{7326A5DA-AC13-434D-BBCB-56E6A11702D1}" dt="2026-09-08T08:13:29.460" v="679" actId="1076"/>
          <ac:picMkLst>
            <pc:docMk/>
            <pc:sldMk cId="4265706588" sldId="2147479023"/>
            <ac:picMk id="5" creationId="{1DF14BDD-6CA8-C417-4391-5CCAC777762C}"/>
          </ac:picMkLst>
        </pc:picChg>
        <pc:picChg chg="add mod">
          <ac:chgData name="Ray Coulstock" userId="32d60e15f1384047" providerId="LiveId" clId="{7326A5DA-AC13-434D-BBCB-56E6A11702D1}" dt="2026-09-08T08:14:11.401" v="683" actId="1076"/>
          <ac:picMkLst>
            <pc:docMk/>
            <pc:sldMk cId="4265706588" sldId="2147479023"/>
            <ac:picMk id="8" creationId="{0E259174-38C5-BF48-7C73-20DB5302E770}"/>
          </ac:picMkLst>
        </pc:picChg>
      </pc:sldChg>
      <pc:sldChg chg="add del">
        <pc:chgData name="Ray Coulstock" userId="32d60e15f1384047" providerId="LiveId" clId="{7326A5DA-AC13-434D-BBCB-56E6A11702D1}" dt="2026-09-07T09:20:42.808" v="120" actId="2696"/>
        <pc:sldMkLst>
          <pc:docMk/>
          <pc:sldMk cId="1597224720" sldId="2147479024"/>
        </pc:sldMkLst>
      </pc:sldChg>
      <pc:sldChg chg="addSp delSp modSp new mod">
        <pc:chgData name="Ray Coulstock" userId="32d60e15f1384047" providerId="LiveId" clId="{7326A5DA-AC13-434D-BBCB-56E6A11702D1}" dt="2026-09-07T09:24:37.443" v="147" actId="1076"/>
        <pc:sldMkLst>
          <pc:docMk/>
          <pc:sldMk cId="3688173193" sldId="2147479024"/>
        </pc:sldMkLst>
        <pc:spChg chg="mod">
          <ac:chgData name="Ray Coulstock" userId="32d60e15f1384047" providerId="LiveId" clId="{7326A5DA-AC13-434D-BBCB-56E6A11702D1}" dt="2026-09-07T09:23:48.747" v="132"/>
          <ac:spMkLst>
            <pc:docMk/>
            <pc:sldMk cId="3688173193" sldId="2147479024"/>
            <ac:spMk id="2" creationId="{6D2F1EA9-160D-636B-4887-073E727E3E0C}"/>
          </ac:spMkLst>
        </pc:spChg>
        <pc:spChg chg="del">
          <ac:chgData name="Ray Coulstock" userId="32d60e15f1384047" providerId="LiveId" clId="{7326A5DA-AC13-434D-BBCB-56E6A11702D1}" dt="2026-09-07T09:24:00.575" v="133" actId="478"/>
          <ac:spMkLst>
            <pc:docMk/>
            <pc:sldMk cId="3688173193" sldId="2147479024"/>
            <ac:spMk id="3" creationId="{AE43A0C8-079A-BF6E-7590-E93A721BB029}"/>
          </ac:spMkLst>
        </pc:spChg>
        <pc:spChg chg="add del mod">
          <ac:chgData name="Ray Coulstock" userId="32d60e15f1384047" providerId="LiveId" clId="{7326A5DA-AC13-434D-BBCB-56E6A11702D1}" dt="2026-09-07T09:24:32.824" v="144" actId="478"/>
          <ac:spMkLst>
            <pc:docMk/>
            <pc:sldMk cId="3688173193" sldId="2147479024"/>
            <ac:spMk id="7" creationId="{7791C90E-9CFD-BBD9-CD8A-91EC2E5EA242}"/>
          </ac:spMkLst>
        </pc:spChg>
        <pc:spChg chg="add mod">
          <ac:chgData name="Ray Coulstock" userId="32d60e15f1384047" providerId="LiveId" clId="{7326A5DA-AC13-434D-BBCB-56E6A11702D1}" dt="2026-09-07T09:24:35.623" v="146" actId="1076"/>
          <ac:spMkLst>
            <pc:docMk/>
            <pc:sldMk cId="3688173193" sldId="2147479024"/>
            <ac:spMk id="8" creationId="{9464FE04-EDA4-E521-A632-5FCBD32A60BD}"/>
          </ac:spMkLst>
        </pc:spChg>
        <pc:picChg chg="add mod">
          <ac:chgData name="Ray Coulstock" userId="32d60e15f1384047" providerId="LiveId" clId="{7326A5DA-AC13-434D-BBCB-56E6A11702D1}" dt="2026-09-07T09:24:37.443" v="147" actId="1076"/>
          <ac:picMkLst>
            <pc:docMk/>
            <pc:sldMk cId="3688173193" sldId="2147479024"/>
            <ac:picMk id="5" creationId="{626A7E12-56EF-56F6-4439-676ECB863D8B}"/>
          </ac:picMkLst>
        </pc:picChg>
      </pc:sldChg>
      <pc:sldChg chg="add del">
        <pc:chgData name="Ray Coulstock" userId="32d60e15f1384047" providerId="LiveId" clId="{7326A5DA-AC13-434D-BBCB-56E6A11702D1}" dt="2026-09-07T09:22:23.813" v="130" actId="47"/>
        <pc:sldMkLst>
          <pc:docMk/>
          <pc:sldMk cId="3859367420" sldId="2147479024"/>
        </pc:sldMkLst>
      </pc:sldChg>
      <pc:sldChg chg="addSp delSp modSp new mod">
        <pc:chgData name="Ray Coulstock" userId="32d60e15f1384047" providerId="LiveId" clId="{7326A5DA-AC13-434D-BBCB-56E6A11702D1}" dt="2026-09-07T09:25:49.983" v="163" actId="1076"/>
        <pc:sldMkLst>
          <pc:docMk/>
          <pc:sldMk cId="1514805955" sldId="2147479025"/>
        </pc:sldMkLst>
        <pc:spChg chg="mod">
          <ac:chgData name="Ray Coulstock" userId="32d60e15f1384047" providerId="LiveId" clId="{7326A5DA-AC13-434D-BBCB-56E6A11702D1}" dt="2026-09-07T09:24:49.692" v="148"/>
          <ac:spMkLst>
            <pc:docMk/>
            <pc:sldMk cId="1514805955" sldId="2147479025"/>
            <ac:spMk id="2" creationId="{FF16F2BD-1168-6ADF-1F13-69DB51007600}"/>
          </ac:spMkLst>
        </pc:spChg>
        <pc:spChg chg="del mod">
          <ac:chgData name="Ray Coulstock" userId="32d60e15f1384047" providerId="LiveId" clId="{7326A5DA-AC13-434D-BBCB-56E6A11702D1}" dt="2026-09-07T09:25:00.863" v="149" actId="478"/>
          <ac:spMkLst>
            <pc:docMk/>
            <pc:sldMk cId="1514805955" sldId="2147479025"/>
            <ac:spMk id="3" creationId="{4E79535B-A289-41ED-8745-727033BA3F66}"/>
          </ac:spMkLst>
        </pc:spChg>
        <pc:spChg chg="add del mod">
          <ac:chgData name="Ray Coulstock" userId="32d60e15f1384047" providerId="LiveId" clId="{7326A5DA-AC13-434D-BBCB-56E6A11702D1}" dt="2026-09-07T09:25:13.102" v="150" actId="478"/>
          <ac:spMkLst>
            <pc:docMk/>
            <pc:sldMk cId="1514805955" sldId="2147479025"/>
            <ac:spMk id="5" creationId="{E5D93ED4-DD23-289C-4F60-2F0070951C9C}"/>
          </ac:spMkLst>
        </pc:spChg>
        <pc:spChg chg="add mod">
          <ac:chgData name="Ray Coulstock" userId="32d60e15f1384047" providerId="LiveId" clId="{7326A5DA-AC13-434D-BBCB-56E6A11702D1}" dt="2026-09-07T09:25:36.751" v="159" actId="1076"/>
          <ac:spMkLst>
            <pc:docMk/>
            <pc:sldMk cId="1514805955" sldId="2147479025"/>
            <ac:spMk id="9" creationId="{A11013A8-B0CF-F225-9554-D802F79CF693}"/>
          </ac:spMkLst>
        </pc:spChg>
        <pc:spChg chg="add mod">
          <ac:chgData name="Ray Coulstock" userId="32d60e15f1384047" providerId="LiveId" clId="{7326A5DA-AC13-434D-BBCB-56E6A11702D1}" dt="2026-09-07T09:25:47.332" v="162" actId="207"/>
          <ac:spMkLst>
            <pc:docMk/>
            <pc:sldMk cId="1514805955" sldId="2147479025"/>
            <ac:spMk id="11" creationId="{39AC5693-B2FB-4C96-6406-7B9CD02E8B73}"/>
          </ac:spMkLst>
        </pc:spChg>
        <pc:picChg chg="add mod">
          <ac:chgData name="Ray Coulstock" userId="32d60e15f1384047" providerId="LiveId" clId="{7326A5DA-AC13-434D-BBCB-56E6A11702D1}" dt="2026-09-07T09:25:49.983" v="163" actId="1076"/>
          <ac:picMkLst>
            <pc:docMk/>
            <pc:sldMk cId="1514805955" sldId="2147479025"/>
            <ac:picMk id="7" creationId="{D7180076-1466-51B2-D476-96176708FDD6}"/>
          </ac:picMkLst>
        </pc:picChg>
      </pc:sldChg>
      <pc:sldChg chg="addSp delSp modSp new mod ord">
        <pc:chgData name="Ray Coulstock" userId="32d60e15f1384047" providerId="LiveId" clId="{7326A5DA-AC13-434D-BBCB-56E6A11702D1}" dt="2026-09-07T09:27:12.319" v="175" actId="1076"/>
        <pc:sldMkLst>
          <pc:docMk/>
          <pc:sldMk cId="168759637" sldId="2147479026"/>
        </pc:sldMkLst>
        <pc:spChg chg="mod">
          <ac:chgData name="Ray Coulstock" userId="32d60e15f1384047" providerId="LiveId" clId="{7326A5DA-AC13-434D-BBCB-56E6A11702D1}" dt="2026-09-07T09:26:39.929" v="167"/>
          <ac:spMkLst>
            <pc:docMk/>
            <pc:sldMk cId="168759637" sldId="2147479026"/>
            <ac:spMk id="2" creationId="{1B009D23-55E5-B854-376A-F0FB1C6605D5}"/>
          </ac:spMkLst>
        </pc:spChg>
        <pc:spChg chg="del">
          <ac:chgData name="Ray Coulstock" userId="32d60e15f1384047" providerId="LiveId" clId="{7326A5DA-AC13-434D-BBCB-56E6A11702D1}" dt="2026-09-07T09:26:45.057" v="168" actId="478"/>
          <ac:spMkLst>
            <pc:docMk/>
            <pc:sldMk cId="168759637" sldId="2147479026"/>
            <ac:spMk id="3" creationId="{3A9230F1-1026-1D20-30BD-7AE6D56666A4}"/>
          </ac:spMkLst>
        </pc:spChg>
        <pc:spChg chg="add mod">
          <ac:chgData name="Ray Coulstock" userId="32d60e15f1384047" providerId="LiveId" clId="{7326A5DA-AC13-434D-BBCB-56E6A11702D1}" dt="2026-09-07T09:27:12.319" v="175" actId="1076"/>
          <ac:spMkLst>
            <pc:docMk/>
            <pc:sldMk cId="168759637" sldId="2147479026"/>
            <ac:spMk id="7" creationId="{21278F80-BBFE-7854-03E8-2F4276ACAC61}"/>
          </ac:spMkLst>
        </pc:spChg>
        <pc:picChg chg="add mod">
          <ac:chgData name="Ray Coulstock" userId="32d60e15f1384047" providerId="LiveId" clId="{7326A5DA-AC13-434D-BBCB-56E6A11702D1}" dt="2026-09-07T09:26:57.549" v="171" actId="1076"/>
          <ac:picMkLst>
            <pc:docMk/>
            <pc:sldMk cId="168759637" sldId="2147479026"/>
            <ac:picMk id="5" creationId="{0FC7B731-0386-A418-FC85-5EAED98198D7}"/>
          </ac:picMkLst>
        </pc:picChg>
      </pc:sldChg>
      <pc:sldChg chg="addSp delSp modSp new mod ord">
        <pc:chgData name="Ray Coulstock" userId="32d60e15f1384047" providerId="LiveId" clId="{7326A5DA-AC13-434D-BBCB-56E6A11702D1}" dt="2026-09-07T09:28:43.044" v="190" actId="1076"/>
        <pc:sldMkLst>
          <pc:docMk/>
          <pc:sldMk cId="763371987" sldId="2147479027"/>
        </pc:sldMkLst>
        <pc:spChg chg="mod">
          <ac:chgData name="Ray Coulstock" userId="32d60e15f1384047" providerId="LiveId" clId="{7326A5DA-AC13-434D-BBCB-56E6A11702D1}" dt="2026-09-07T09:28:13.086" v="182" actId="6549"/>
          <ac:spMkLst>
            <pc:docMk/>
            <pc:sldMk cId="763371987" sldId="2147479027"/>
            <ac:spMk id="2" creationId="{EA9D9AA5-F138-0089-B66B-9D08EA08FC63}"/>
          </ac:spMkLst>
        </pc:spChg>
        <pc:spChg chg="del">
          <ac:chgData name="Ray Coulstock" userId="32d60e15f1384047" providerId="LiveId" clId="{7326A5DA-AC13-434D-BBCB-56E6A11702D1}" dt="2026-09-07T09:28:24.984" v="183" actId="478"/>
          <ac:spMkLst>
            <pc:docMk/>
            <pc:sldMk cId="763371987" sldId="2147479027"/>
            <ac:spMk id="3" creationId="{F342F298-411F-A0DB-CF18-6B93C0D05D7B}"/>
          </ac:spMkLst>
        </pc:spChg>
        <pc:spChg chg="add mod">
          <ac:chgData name="Ray Coulstock" userId="32d60e15f1384047" providerId="LiveId" clId="{7326A5DA-AC13-434D-BBCB-56E6A11702D1}" dt="2026-09-07T09:28:43.044" v="190" actId="1076"/>
          <ac:spMkLst>
            <pc:docMk/>
            <pc:sldMk cId="763371987" sldId="2147479027"/>
            <ac:spMk id="6" creationId="{0028C2E1-9A27-28D5-52D8-F6C3394DA775}"/>
          </ac:spMkLst>
        </pc:spChg>
        <pc:picChg chg="add mod">
          <ac:chgData name="Ray Coulstock" userId="32d60e15f1384047" providerId="LiveId" clId="{7326A5DA-AC13-434D-BBCB-56E6A11702D1}" dt="2026-09-07T09:28:30.316" v="186" actId="1076"/>
          <ac:picMkLst>
            <pc:docMk/>
            <pc:sldMk cId="763371987" sldId="2147479027"/>
            <ac:picMk id="5" creationId="{9A2E08D5-91CE-BE6D-A0D6-89E3F063B424}"/>
          </ac:picMkLst>
        </pc:picChg>
      </pc:sldChg>
      <pc:sldChg chg="addSp delSp modSp add mod ord">
        <pc:chgData name="Ray Coulstock" userId="32d60e15f1384047" providerId="LiveId" clId="{7326A5DA-AC13-434D-BBCB-56E6A11702D1}" dt="2026-09-08T08:48:19.323" v="762" actId="1076"/>
        <pc:sldMkLst>
          <pc:docMk/>
          <pc:sldMk cId="81056892" sldId="2147479028"/>
        </pc:sldMkLst>
        <pc:spChg chg="mod">
          <ac:chgData name="Ray Coulstock" userId="32d60e15f1384047" providerId="LiveId" clId="{7326A5DA-AC13-434D-BBCB-56E6A11702D1}" dt="2026-09-07T09:29:24.785" v="191"/>
          <ac:spMkLst>
            <pc:docMk/>
            <pc:sldMk cId="81056892" sldId="2147479028"/>
            <ac:spMk id="2" creationId="{377937B9-90BD-D874-B8C0-C24E9B53E440}"/>
          </ac:spMkLst>
        </pc:spChg>
        <pc:spChg chg="del">
          <ac:chgData name="Ray Coulstock" userId="32d60e15f1384047" providerId="LiveId" clId="{7326A5DA-AC13-434D-BBCB-56E6A11702D1}" dt="2026-09-07T09:29:36.311" v="192" actId="478"/>
          <ac:spMkLst>
            <pc:docMk/>
            <pc:sldMk cId="81056892" sldId="2147479028"/>
            <ac:spMk id="3" creationId="{D8EF2CF0-7BF9-C218-CF05-0799B7A23A1E}"/>
          </ac:spMkLst>
        </pc:spChg>
        <pc:spChg chg="add mod">
          <ac:chgData name="Ray Coulstock" userId="32d60e15f1384047" providerId="LiveId" clId="{7326A5DA-AC13-434D-BBCB-56E6A11702D1}" dt="2026-09-08T08:16:48.043" v="687" actId="1076"/>
          <ac:spMkLst>
            <pc:docMk/>
            <pc:sldMk cId="81056892" sldId="2147479028"/>
            <ac:spMk id="6" creationId="{4EB79A01-F034-EF8B-F947-E7FE12C834A8}"/>
          </ac:spMkLst>
        </pc:spChg>
        <pc:spChg chg="add mod">
          <ac:chgData name="Ray Coulstock" userId="32d60e15f1384047" providerId="LiveId" clId="{7326A5DA-AC13-434D-BBCB-56E6A11702D1}" dt="2026-09-08T08:16:45.767" v="686" actId="1076"/>
          <ac:spMkLst>
            <pc:docMk/>
            <pc:sldMk cId="81056892" sldId="2147479028"/>
            <ac:spMk id="8" creationId="{FE11C471-BE24-BA03-4E36-17B3C0A26AE2}"/>
          </ac:spMkLst>
        </pc:spChg>
        <pc:picChg chg="add mod">
          <ac:chgData name="Ray Coulstock" userId="32d60e15f1384047" providerId="LiveId" clId="{7326A5DA-AC13-434D-BBCB-56E6A11702D1}" dt="2026-09-08T08:48:17.536" v="761" actId="1076"/>
          <ac:picMkLst>
            <pc:docMk/>
            <pc:sldMk cId="81056892" sldId="2147479028"/>
            <ac:picMk id="4" creationId="{3106415F-736B-D4B8-E7A5-752005331950}"/>
          </ac:picMkLst>
        </pc:picChg>
        <pc:picChg chg="add mod">
          <ac:chgData name="Ray Coulstock" userId="32d60e15f1384047" providerId="LiveId" clId="{7326A5DA-AC13-434D-BBCB-56E6A11702D1}" dt="2026-09-08T08:48:03" v="756" actId="1076"/>
          <ac:picMkLst>
            <pc:docMk/>
            <pc:sldMk cId="81056892" sldId="2147479028"/>
            <ac:picMk id="5" creationId="{AE59879B-C1A3-BD71-36A6-5814F40720FE}"/>
          </ac:picMkLst>
        </pc:picChg>
        <pc:picChg chg="add mod">
          <ac:chgData name="Ray Coulstock" userId="32d60e15f1384047" providerId="LiveId" clId="{7326A5DA-AC13-434D-BBCB-56E6A11702D1}" dt="2026-09-08T08:48:19.323" v="762" actId="1076"/>
          <ac:picMkLst>
            <pc:docMk/>
            <pc:sldMk cId="81056892" sldId="2147479028"/>
            <ac:picMk id="9" creationId="{25BB5AFC-8838-600E-6D6B-B1C219934D84}"/>
          </ac:picMkLst>
        </pc:picChg>
        <pc:picChg chg="add mod">
          <ac:chgData name="Ray Coulstock" userId="32d60e15f1384047" providerId="LiveId" clId="{7326A5DA-AC13-434D-BBCB-56E6A11702D1}" dt="2026-09-08T08:48:13.718" v="760" actId="1076"/>
          <ac:picMkLst>
            <pc:docMk/>
            <pc:sldMk cId="81056892" sldId="2147479028"/>
            <ac:picMk id="11" creationId="{32AE2D13-36A3-340F-7F14-AAE885049602}"/>
          </ac:picMkLst>
        </pc:picChg>
        <pc:picChg chg="add mod">
          <ac:chgData name="Ray Coulstock" userId="32d60e15f1384047" providerId="LiveId" clId="{7326A5DA-AC13-434D-BBCB-56E6A11702D1}" dt="2026-09-08T08:48:10.121" v="759" actId="1076"/>
          <ac:picMkLst>
            <pc:docMk/>
            <pc:sldMk cId="81056892" sldId="2147479028"/>
            <ac:picMk id="13" creationId="{A089DD4D-FEEB-A672-0E27-6A3805653BD2}"/>
          </ac:picMkLst>
        </pc:picChg>
      </pc:sldChg>
      <pc:sldChg chg="addSp delSp modSp add mod ord">
        <pc:chgData name="Ray Coulstock" userId="32d60e15f1384047" providerId="LiveId" clId="{7326A5DA-AC13-434D-BBCB-56E6A11702D1}" dt="2026-09-08T08:50:39.928" v="763" actId="1076"/>
        <pc:sldMkLst>
          <pc:docMk/>
          <pc:sldMk cId="1492595301" sldId="2147479029"/>
        </pc:sldMkLst>
        <pc:spChg chg="mod">
          <ac:chgData name="Ray Coulstock" userId="32d60e15f1384047" providerId="LiveId" clId="{7326A5DA-AC13-434D-BBCB-56E6A11702D1}" dt="2026-09-07T09:31:57.684" v="206"/>
          <ac:spMkLst>
            <pc:docMk/>
            <pc:sldMk cId="1492595301" sldId="2147479029"/>
            <ac:spMk id="2" creationId="{5CEBB1FE-527D-53C8-0B2B-F496C64752AB}"/>
          </ac:spMkLst>
        </pc:spChg>
        <pc:spChg chg="del mod">
          <ac:chgData name="Ray Coulstock" userId="32d60e15f1384047" providerId="LiveId" clId="{7326A5DA-AC13-434D-BBCB-56E6A11702D1}" dt="2026-09-07T09:32:24.324" v="207" actId="478"/>
          <ac:spMkLst>
            <pc:docMk/>
            <pc:sldMk cId="1492595301" sldId="2147479029"/>
            <ac:spMk id="3" creationId="{EDC82DED-EA6E-CC07-2266-DE67FBBED24A}"/>
          </ac:spMkLst>
        </pc:spChg>
        <pc:spChg chg="add del mod">
          <ac:chgData name="Ray Coulstock" userId="32d60e15f1384047" providerId="LiveId" clId="{7326A5DA-AC13-434D-BBCB-56E6A11702D1}" dt="2026-09-07T09:32:27.122" v="209" actId="478"/>
          <ac:spMkLst>
            <pc:docMk/>
            <pc:sldMk cId="1492595301" sldId="2147479029"/>
            <ac:spMk id="5" creationId="{06DD8B8F-C128-9DBC-029B-D5B1742818E2}"/>
          </ac:spMkLst>
        </pc:spChg>
        <pc:spChg chg="add mod">
          <ac:chgData name="Ray Coulstock" userId="32d60e15f1384047" providerId="LiveId" clId="{7326A5DA-AC13-434D-BBCB-56E6A11702D1}" dt="2026-09-07T09:32:45.259" v="215" actId="1076"/>
          <ac:spMkLst>
            <pc:docMk/>
            <pc:sldMk cId="1492595301" sldId="2147479029"/>
            <ac:spMk id="9" creationId="{8D10AED5-3989-000F-0E7F-B0087CC823D6}"/>
          </ac:spMkLst>
        </pc:spChg>
        <pc:picChg chg="add mod">
          <ac:chgData name="Ray Coulstock" userId="32d60e15f1384047" providerId="LiveId" clId="{7326A5DA-AC13-434D-BBCB-56E6A11702D1}" dt="2026-09-08T08:50:39.928" v="763" actId="1076"/>
          <ac:picMkLst>
            <pc:docMk/>
            <pc:sldMk cId="1492595301" sldId="2147479029"/>
            <ac:picMk id="7" creationId="{3286C5A9-9E2E-E0B1-B4FB-44FA7F31A978}"/>
          </ac:picMkLst>
        </pc:picChg>
      </pc:sldChg>
      <pc:sldChg chg="addSp delSp modSp new mod ord">
        <pc:chgData name="Ray Coulstock" userId="32d60e15f1384047" providerId="LiveId" clId="{7326A5DA-AC13-434D-BBCB-56E6A11702D1}" dt="2026-09-07T09:34:06.719" v="227" actId="1076"/>
        <pc:sldMkLst>
          <pc:docMk/>
          <pc:sldMk cId="2911604417" sldId="2147479030"/>
        </pc:sldMkLst>
        <pc:spChg chg="mod">
          <ac:chgData name="Ray Coulstock" userId="32d60e15f1384047" providerId="LiveId" clId="{7326A5DA-AC13-434D-BBCB-56E6A11702D1}" dt="2026-09-07T09:33:32.352" v="219"/>
          <ac:spMkLst>
            <pc:docMk/>
            <pc:sldMk cId="2911604417" sldId="2147479030"/>
            <ac:spMk id="2" creationId="{41EBCA28-0DB8-3D28-2524-D79D43100002}"/>
          </ac:spMkLst>
        </pc:spChg>
        <pc:spChg chg="del">
          <ac:chgData name="Ray Coulstock" userId="32d60e15f1384047" providerId="LiveId" clId="{7326A5DA-AC13-434D-BBCB-56E6A11702D1}" dt="2026-09-07T09:33:37.943" v="220" actId="478"/>
          <ac:spMkLst>
            <pc:docMk/>
            <pc:sldMk cId="2911604417" sldId="2147479030"/>
            <ac:spMk id="3" creationId="{13EFA870-CB95-475D-4770-5CE603B56EFE}"/>
          </ac:spMkLst>
        </pc:spChg>
        <pc:spChg chg="add mod">
          <ac:chgData name="Ray Coulstock" userId="32d60e15f1384047" providerId="LiveId" clId="{7326A5DA-AC13-434D-BBCB-56E6A11702D1}" dt="2026-09-07T09:33:52.720" v="224" actId="14100"/>
          <ac:spMkLst>
            <pc:docMk/>
            <pc:sldMk cId="2911604417" sldId="2147479030"/>
            <ac:spMk id="5" creationId="{263EFED7-5257-1A06-33E3-E9212B2B39ED}"/>
          </ac:spMkLst>
        </pc:spChg>
        <pc:picChg chg="add mod">
          <ac:chgData name="Ray Coulstock" userId="32d60e15f1384047" providerId="LiveId" clId="{7326A5DA-AC13-434D-BBCB-56E6A11702D1}" dt="2026-09-07T09:34:06.719" v="227" actId="1076"/>
          <ac:picMkLst>
            <pc:docMk/>
            <pc:sldMk cId="2911604417" sldId="2147479030"/>
            <ac:picMk id="7" creationId="{7D15C191-8936-A3F3-E676-4829E1103AED}"/>
          </ac:picMkLst>
        </pc:picChg>
      </pc:sldChg>
      <pc:sldChg chg="addSp delSp modSp new mod">
        <pc:chgData name="Ray Coulstock" userId="32d60e15f1384047" providerId="LiveId" clId="{7326A5DA-AC13-434D-BBCB-56E6A11702D1}" dt="2026-09-08T08:05:38.686" v="646" actId="1076"/>
        <pc:sldMkLst>
          <pc:docMk/>
          <pc:sldMk cId="3895035788" sldId="2147479031"/>
        </pc:sldMkLst>
        <pc:spChg chg="mod">
          <ac:chgData name="Ray Coulstock" userId="32d60e15f1384047" providerId="LiveId" clId="{7326A5DA-AC13-434D-BBCB-56E6A11702D1}" dt="2026-09-08T08:00:32.818" v="644" actId="20577"/>
          <ac:spMkLst>
            <pc:docMk/>
            <pc:sldMk cId="3895035788" sldId="2147479031"/>
            <ac:spMk id="2" creationId="{8E790F8A-6257-771A-C6A8-5E05F601E295}"/>
          </ac:spMkLst>
        </pc:spChg>
        <pc:spChg chg="del">
          <ac:chgData name="Ray Coulstock" userId="32d60e15f1384047" providerId="LiveId" clId="{7326A5DA-AC13-434D-BBCB-56E6A11702D1}" dt="2026-09-08T07:59:21.707" v="614" actId="478"/>
          <ac:spMkLst>
            <pc:docMk/>
            <pc:sldMk cId="3895035788" sldId="2147479031"/>
            <ac:spMk id="3" creationId="{A7C3C33D-0F29-106D-BE62-A3A85C848ABE}"/>
          </ac:spMkLst>
        </pc:spChg>
        <pc:picChg chg="add mod">
          <ac:chgData name="Ray Coulstock" userId="32d60e15f1384047" providerId="LiveId" clId="{7326A5DA-AC13-434D-BBCB-56E6A11702D1}" dt="2026-09-08T08:05:38.686" v="646" actId="1076"/>
          <ac:picMkLst>
            <pc:docMk/>
            <pc:sldMk cId="3895035788" sldId="2147479031"/>
            <ac:picMk id="5" creationId="{20555661-9F2F-3455-2057-BB4A8666B96E}"/>
          </ac:picMkLst>
        </pc:picChg>
      </pc:sldChg>
      <pc:sldChg chg="addSp delSp modSp new mod modShow">
        <pc:chgData name="Ray Coulstock" userId="32d60e15f1384047" providerId="LiveId" clId="{7326A5DA-AC13-434D-BBCB-56E6A11702D1}" dt="2026-09-08T08:12:22.379" v="670" actId="729"/>
        <pc:sldMkLst>
          <pc:docMk/>
          <pc:sldMk cId="1945984808" sldId="2147479032"/>
        </pc:sldMkLst>
        <pc:spChg chg="mod">
          <ac:chgData name="Ray Coulstock" userId="32d60e15f1384047" providerId="LiveId" clId="{7326A5DA-AC13-434D-BBCB-56E6A11702D1}" dt="2026-09-08T08:12:16.167" v="669" actId="20577"/>
          <ac:spMkLst>
            <pc:docMk/>
            <pc:sldMk cId="1945984808" sldId="2147479032"/>
            <ac:spMk id="2" creationId="{9E807933-677E-9DA0-79F1-1008D59D90FE}"/>
          </ac:spMkLst>
        </pc:spChg>
        <pc:spChg chg="del">
          <ac:chgData name="Ray Coulstock" userId="32d60e15f1384047" providerId="LiveId" clId="{7326A5DA-AC13-434D-BBCB-56E6A11702D1}" dt="2026-09-08T08:12:01.472" v="648" actId="478"/>
          <ac:spMkLst>
            <pc:docMk/>
            <pc:sldMk cId="1945984808" sldId="2147479032"/>
            <ac:spMk id="3" creationId="{029AD2D4-A4B4-8155-0711-C5008E3E2E9F}"/>
          </ac:spMkLst>
        </pc:spChg>
        <pc:picChg chg="add mod">
          <ac:chgData name="Ray Coulstock" userId="32d60e15f1384047" providerId="LiveId" clId="{7326A5DA-AC13-434D-BBCB-56E6A11702D1}" dt="2026-09-08T08:12:08.139" v="652" actId="1076"/>
          <ac:picMkLst>
            <pc:docMk/>
            <pc:sldMk cId="1945984808" sldId="2147479032"/>
            <ac:picMk id="4" creationId="{F2A85BF2-48A4-522D-7818-EE6D5CD44736}"/>
          </ac:picMkLst>
        </pc:picChg>
      </pc:sldChg>
      <pc:sldChg chg="addSp delSp modSp new mod">
        <pc:chgData name="Ray Coulstock" userId="32d60e15f1384047" providerId="LiveId" clId="{7326A5DA-AC13-434D-BBCB-56E6A11702D1}" dt="2026-09-08T08:22:44.963" v="748" actId="1076"/>
        <pc:sldMkLst>
          <pc:docMk/>
          <pc:sldMk cId="3958306205" sldId="2147479033"/>
        </pc:sldMkLst>
        <pc:spChg chg="mod">
          <ac:chgData name="Ray Coulstock" userId="32d60e15f1384047" providerId="LiveId" clId="{7326A5DA-AC13-434D-BBCB-56E6A11702D1}" dt="2026-09-08T08:18:20.282" v="699" actId="20577"/>
          <ac:spMkLst>
            <pc:docMk/>
            <pc:sldMk cId="3958306205" sldId="2147479033"/>
            <ac:spMk id="2" creationId="{ED526E27-F77F-4CE3-CCE5-2ABE2868038E}"/>
          </ac:spMkLst>
        </pc:spChg>
        <pc:spChg chg="mod">
          <ac:chgData name="Ray Coulstock" userId="32d60e15f1384047" providerId="LiveId" clId="{7326A5DA-AC13-434D-BBCB-56E6A11702D1}" dt="2026-09-08T08:20:51.481" v="734" actId="14100"/>
          <ac:spMkLst>
            <pc:docMk/>
            <pc:sldMk cId="3958306205" sldId="2147479033"/>
            <ac:spMk id="3" creationId="{B59F0A20-F5DB-75F7-6CD2-B63E12D91FD6}"/>
          </ac:spMkLst>
        </pc:spChg>
        <pc:picChg chg="add del mod">
          <ac:chgData name="Ray Coulstock" userId="32d60e15f1384047" providerId="LiveId" clId="{7326A5DA-AC13-434D-BBCB-56E6A11702D1}" dt="2026-09-08T08:22:03.675" v="741" actId="478"/>
          <ac:picMkLst>
            <pc:docMk/>
            <pc:sldMk cId="3958306205" sldId="2147479033"/>
            <ac:picMk id="5" creationId="{A4657230-601A-B7BC-ACBA-0B8882B4AD6F}"/>
          </ac:picMkLst>
        </pc:picChg>
        <pc:picChg chg="add mod">
          <ac:chgData name="Ray Coulstock" userId="32d60e15f1384047" providerId="LiveId" clId="{7326A5DA-AC13-434D-BBCB-56E6A11702D1}" dt="2026-09-08T08:22:22.573" v="745" actId="1076"/>
          <ac:picMkLst>
            <pc:docMk/>
            <pc:sldMk cId="3958306205" sldId="2147479033"/>
            <ac:picMk id="7" creationId="{19B95902-8CBA-A14B-1F64-A40FF3E368B7}"/>
          </ac:picMkLst>
        </pc:picChg>
        <pc:picChg chg="add mod">
          <ac:chgData name="Ray Coulstock" userId="32d60e15f1384047" providerId="LiveId" clId="{7326A5DA-AC13-434D-BBCB-56E6A11702D1}" dt="2026-09-08T08:22:44.963" v="748" actId="1076"/>
          <ac:picMkLst>
            <pc:docMk/>
            <pc:sldMk cId="3958306205" sldId="2147479033"/>
            <ac:picMk id="9" creationId="{8B9F7D4C-CA8E-061C-E8A9-93DC1EE4CE17}"/>
          </ac:picMkLst>
        </pc:picChg>
      </pc:sldChg>
      <pc:sldMasterChg chg="delSldLayout">
        <pc:chgData name="Ray Coulstock" userId="32d60e15f1384047" providerId="LiveId" clId="{7326A5DA-AC13-434D-BBCB-56E6A11702D1}" dt="2026-09-05T07:01:56.879" v="2" actId="47"/>
        <pc:sldMasterMkLst>
          <pc:docMk/>
          <pc:sldMasterMk cId="1299749958" sldId="214748366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36A084-A6E7-2FCE-D995-7D9CE0E728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79B94-FE98-1A60-E07A-2A4F2CE9B1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D2678-7774-4C2C-A0FD-F6E876C83EDC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67ED1-350E-3A77-F678-F95C4359CC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E557F-3DFF-B652-5374-1466734180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E5F90-8B8F-4008-909E-ED0568495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5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3216-62A0-402A-BDE4-6B2FF40FACB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EC50F-6B78-43A7-AF39-E4BB37AC4F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657D318-F4E2-7085-40E8-4EF0A6CF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0FF1A835-60B6-5804-17E7-D7C7F9B4E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0" name="Google Shape;280;p11:notes">
            <a:extLst>
              <a:ext uri="{FF2B5EF4-FFF2-40B4-BE49-F238E27FC236}">
                <a16:creationId xmlns:a16="http://schemas.microsoft.com/office/drawing/2014/main" id="{7482B49B-B8D2-533B-CFC2-5620014CB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:notes">
            <a:extLst>
              <a:ext uri="{FF2B5EF4-FFF2-40B4-BE49-F238E27FC236}">
                <a16:creationId xmlns:a16="http://schemas.microsoft.com/office/drawing/2014/main" id="{172D18B3-2E7E-CFD6-296E-F8B51DDA7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B06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B06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732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4941333A-C0F0-24E8-6BC8-5C05F4E8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>
            <a:extLst>
              <a:ext uri="{FF2B5EF4-FFF2-40B4-BE49-F238E27FC236}">
                <a16:creationId xmlns:a16="http://schemas.microsoft.com/office/drawing/2014/main" id="{4BEA052F-EB73-CCCF-E818-A7BDAEBBC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>
            <a:extLst>
              <a:ext uri="{FF2B5EF4-FFF2-40B4-BE49-F238E27FC236}">
                <a16:creationId xmlns:a16="http://schemas.microsoft.com/office/drawing/2014/main" id="{9FFEF8C5-AC00-C2A5-3D57-FBF430344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472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userDrawn="1">
  <p:cSld name="1. Opening Slide - Module Title (Buildings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1600" y="0"/>
            <a:ext cx="57404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90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Tech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13;p37">
            <a:extLst>
              <a:ext uri="{FF2B5EF4-FFF2-40B4-BE49-F238E27FC236}">
                <a16:creationId xmlns:a16="http://schemas.microsoft.com/office/drawing/2014/main" id="{366FD8AD-23C3-A990-F703-D1E9CA6A446C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603" y="0"/>
            <a:ext cx="6143397" cy="6857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9522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subtitle" preserve="1" userDrawn="1">
  <p:cSld name="1. Opening Slide - Module Title (People)">
    <p:bg>
      <p:bgPr>
        <a:solidFill>
          <a:schemeClr val="dk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5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7"/>
            <a:ext cx="3998259" cy="5963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Module Title Here </a:t>
            </a:r>
            <a:endParaRPr/>
          </a:p>
        </p:txBody>
      </p:sp>
      <p:pic>
        <p:nvPicPr>
          <p:cNvPr id="25" name="Google Shape;25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510880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65;p40">
            <a:extLst>
              <a:ext uri="{FF2B5EF4-FFF2-40B4-BE49-F238E27FC236}">
                <a16:creationId xmlns:a16="http://schemas.microsoft.com/office/drawing/2014/main" id="{E878EAB5-13BB-4C84-541F-26068B3F3B4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9622" y="0"/>
            <a:ext cx="6142378" cy="6856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220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2. Contents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9;p63">
            <a:extLst>
              <a:ext uri="{FF2B5EF4-FFF2-40B4-BE49-F238E27FC236}">
                <a16:creationId xmlns:a16="http://schemas.microsoft.com/office/drawing/2014/main" id="{9636DEDE-5496-E5FD-86B7-A43E7E72945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07552" y="368823"/>
            <a:ext cx="7712503" cy="4521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>
                <a:solidFill>
                  <a:schemeClr val="accent5"/>
                </a:solidFill>
                <a:latin typeface="+mj-lt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Contents/Agenda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75A024A-C2DC-A34D-060A-2BE2024BFD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419278"/>
            <a:ext cx="7324725" cy="1255029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spcBef>
                <a:spcPts val="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5"/>
                </a:solidFill>
                <a:latin typeface="+mn-lt"/>
              </a:defRPr>
            </a:lvl1pPr>
            <a:lvl2pPr>
              <a:buNone/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lvl="0"/>
            <a:r>
              <a:rPr lang="en-US"/>
              <a:t>Bullets in single text box</a:t>
            </a:r>
          </a:p>
        </p:txBody>
      </p:sp>
    </p:spTree>
    <p:extLst>
      <p:ext uri="{BB962C8B-B14F-4D97-AF65-F5344CB8AC3E}">
        <p14:creationId xmlns:p14="http://schemas.microsoft.com/office/powerpoint/2010/main" val="5082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Tech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99;p36">
            <a:extLst>
              <a:ext uri="{FF2B5EF4-FFF2-40B4-BE49-F238E27FC236}">
                <a16:creationId xmlns:a16="http://schemas.microsoft.com/office/drawing/2014/main" id="{197E557C-1E4F-953E-B099-48354C8B3408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8" y="0"/>
            <a:ext cx="5572122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74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subtitle" preserve="1">
  <p:cSld name="Section Divider Title (people)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74" y="0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6"/>
          <p:cNvSpPr txBox="1">
            <a:spLocks noGrp="1"/>
          </p:cNvSpPr>
          <p:nvPr>
            <p:ph type="title" hasCustomPrompt="1"/>
          </p:nvPr>
        </p:nvSpPr>
        <p:spPr>
          <a:xfrm>
            <a:off x="1322294" y="2347258"/>
            <a:ext cx="3998259" cy="565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Insert Section Divider Here </a:t>
            </a:r>
            <a:br>
              <a:rPr lang="en-US"/>
            </a:br>
            <a:r>
              <a:rPr lang="en-US"/>
              <a:t>if more than 1 section </a:t>
            </a:r>
            <a:endParaRPr/>
          </a:p>
        </p:txBody>
      </p:sp>
      <p:pic>
        <p:nvPicPr>
          <p:cNvPr id="32" name="Google Shape;32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5921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948" y="6417574"/>
            <a:ext cx="1131346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65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userDrawn="1">
  <p:cSld name="All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576C1F4-BB77-302A-9994-3E871B59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33229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852" y="1265129"/>
            <a:ext cx="11175637" cy="4334005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95EFCA6C-4D6D-86B7-9BDB-52B0EBEC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3B1EA3-FD3E-D0AA-7FA1-7093511D1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59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Large Graphic Navy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516836-8848-3F23-A31D-7CABB154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6247213" cy="47119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CDDACC2-0047-8E85-21AE-9C4902A1A9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3" y="1292195"/>
            <a:ext cx="11029947" cy="4352925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85AA81DB-A34A-D4AC-FF29-3128F398A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D8B1A9-EB9F-FC0C-99D2-CE9D911CB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820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50 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4;p51">
            <a:extLst>
              <a:ext uri="{FF2B5EF4-FFF2-40B4-BE49-F238E27FC236}">
                <a16:creationId xmlns:a16="http://schemas.microsoft.com/office/drawing/2014/main" id="{B1450141-7833-DC84-66FB-844EFF776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06390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C9BBB3-E8BE-6913-26BA-B8530C695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6201" y="1271392"/>
            <a:ext cx="5065260" cy="454458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C67F7-F81D-AC3F-AFDF-16626398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D2E48150-13F1-979A-0F38-5DA244213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A6DB64-8F97-58B7-1080-DCC17FECB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D75BB9F-0838-23BF-9EB3-21C3B20985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2" y="1351094"/>
            <a:ext cx="508180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04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50 all text">
    <p:bg>
      <p:bgRef idx="1001">
        <a:schemeClr val="bg1"/>
      </p:bgRef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E7683-451D-FD79-F90A-E121C184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44;p51">
            <a:extLst>
              <a:ext uri="{FF2B5EF4-FFF2-40B4-BE49-F238E27FC236}">
                <a16:creationId xmlns:a16="http://schemas.microsoft.com/office/drawing/2014/main" id="{A32FCD73-FA02-FD5B-4840-DF0555A8E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552" y="1323567"/>
            <a:ext cx="4349793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07AB3-DC81-29E8-AB2D-9F7EF716F8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16720" y="1323567"/>
            <a:ext cx="4489493" cy="4487862"/>
          </a:xfrm>
          <a:solidFill>
            <a:schemeClr val="bg2"/>
          </a:solidFill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F5191D18-6917-34A4-AEDD-5CFA8F94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CE033-5E90-4F6A-221A-F2B64873B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7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navy left">
    <p:bg>
      <p:bgPr>
        <a:solidFill>
          <a:srgbClr val="191A2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accent5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90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" preserve="1" userDrawn="1">
  <p:cSld name="50/50 text and graphic - white left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3FC69CF-116B-FD85-A44C-CE012F2E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CEACC-26BD-1564-DE75-86D91C98D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E94BD12-2807-FE07-24A8-5C583CA2D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1492716"/>
          </a:xfrm>
        </p:spPr>
        <p:txBody>
          <a:bodyPr lIns="0" tIns="0" rIns="0" bIns="0">
            <a:noAutofit/>
          </a:bodyPr>
          <a:lstStyle>
            <a:lvl1pPr marL="260350" indent="-254000">
              <a:buClr>
                <a:schemeClr val="accent2"/>
              </a:buClr>
              <a:buSzPct val="100000"/>
              <a:buFont typeface="Arial" panose="020B0604020202020204" pitchFamily="34" charset="0"/>
              <a:buNone/>
              <a:tabLst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 marL="6350" indent="527050">
              <a:buClr>
                <a:schemeClr val="accent2"/>
              </a:buClr>
              <a:buSzPct val="100000"/>
              <a:buNone/>
              <a:tabLst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buNone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buNone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buNone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Google Shape;46;p51">
            <a:extLst>
              <a:ext uri="{FF2B5EF4-FFF2-40B4-BE49-F238E27FC236}">
                <a16:creationId xmlns:a16="http://schemas.microsoft.com/office/drawing/2014/main" id="{7BCAE9A2-7654-81BF-B1ED-553BCA4D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996670-BDC2-F22C-9C6D-E7B3960C7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50;p45">
            <a:extLst>
              <a:ext uri="{FF2B5EF4-FFF2-40B4-BE49-F238E27FC236}">
                <a16:creationId xmlns:a16="http://schemas.microsoft.com/office/drawing/2014/main" id="{4F48EC76-154B-C32F-A4F3-F1EFD0C2C73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7009719" y="896442"/>
            <a:ext cx="4437731" cy="4683073"/>
          </a:xfrm>
          <a:prstGeom prst="roundRect">
            <a:avLst>
              <a:gd name="adj" fmla="val 2825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992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navy left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80951-6317-01D7-C3DF-29AB20A3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4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LHS_notitle" preserve="1" userDrawn="1">
  <p:cSld name="slim white left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803582-67BC-5190-EE46-729C2D72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84319" y="0"/>
            <a:ext cx="7717780" cy="6858000"/>
          </a:xfrm>
          <a:prstGeom prst="rect">
            <a:avLst/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Google Shape;44;p51">
            <a:extLst>
              <a:ext uri="{FF2B5EF4-FFF2-40B4-BE49-F238E27FC236}">
                <a16:creationId xmlns:a16="http://schemas.microsoft.com/office/drawing/2014/main" id="{9A38A5D2-B47F-03A6-C0DB-382C219141A4}"/>
              </a:ext>
            </a:extLst>
          </p:cNvPr>
          <p:cNvSpPr txBox="1">
            <a:spLocks/>
          </p:cNvSpPr>
          <p:nvPr userDrawn="1"/>
        </p:nvSpPr>
        <p:spPr>
          <a:xfrm>
            <a:off x="507552" y="322378"/>
            <a:ext cx="3168837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 b="1" i="0" u="none" strike="noStrike" cap="none">
                <a:solidFill>
                  <a:srgbClr val="171717"/>
                </a:solidFill>
                <a:latin typeface="+mj-lt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kern="0">
              <a:solidFill>
                <a:schemeClr val="tx1"/>
              </a:solidFill>
            </a:endParaRPr>
          </a:p>
        </p:txBody>
      </p:sp>
      <p:sp>
        <p:nvSpPr>
          <p:cNvPr id="11" name="Google Shape;44;p51">
            <a:extLst>
              <a:ext uri="{FF2B5EF4-FFF2-40B4-BE49-F238E27FC236}">
                <a16:creationId xmlns:a16="http://schemas.microsoft.com/office/drawing/2014/main" id="{880D6A41-3593-D495-097B-01E3E84CF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951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9BFDEC5-6A9D-9E07-A4B4-741F34B9AF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79512" y="1254213"/>
            <a:ext cx="6457167" cy="4487862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tx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Google Shape;46;p51">
            <a:extLst>
              <a:ext uri="{FF2B5EF4-FFF2-40B4-BE49-F238E27FC236}">
                <a16:creationId xmlns:a16="http://schemas.microsoft.com/office/drawing/2014/main" id="{326315C2-2467-459C-9586-26F4EDCF5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FABB6DB-40B9-B2E5-42D5-04F594EA4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972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e - Side break RHS (Small)_notitle" preserve="1" userDrawn="1">
  <p:cSld name="slim white right">
    <p:bg>
      <p:bgPr>
        <a:solidFill>
          <a:srgbClr val="191A2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4;p51">
            <a:extLst>
              <a:ext uri="{FF2B5EF4-FFF2-40B4-BE49-F238E27FC236}">
                <a16:creationId xmlns:a16="http://schemas.microsoft.com/office/drawing/2014/main" id="{1D4CBCE8-93A0-D490-0759-20C53439C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39EFA-9878-4448-19F8-7CBA49757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59074"/>
            <a:ext cx="8889367" cy="4269091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1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27603C-C6C8-16CF-4B2E-C279B725AD82}"/>
              </a:ext>
            </a:extLst>
          </p:cNvPr>
          <p:cNvSpPr/>
          <p:nvPr userDrawn="1"/>
        </p:nvSpPr>
        <p:spPr>
          <a:xfrm>
            <a:off x="10002032" y="-2274"/>
            <a:ext cx="2189967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oogle Shape;46;p51">
            <a:extLst>
              <a:ext uri="{FF2B5EF4-FFF2-40B4-BE49-F238E27FC236}">
                <a16:creationId xmlns:a16="http://schemas.microsoft.com/office/drawing/2014/main" id="{610CA262-F9E2-F7A8-14C9-941313AB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36F966-F689-DCAB-F6E2-A2951A56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616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lide_Title" userDrawn="1">
  <p:cSld name="navy breaker bottom">
    <p:bg>
      <p:bgPr>
        <a:solidFill>
          <a:schemeClr val="accent5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814"/>
          <a:stretch>
            <a:fillRect/>
          </a:stretch>
        </p:blipFill>
        <p:spPr>
          <a:xfrm>
            <a:off x="0" y="2758508"/>
            <a:ext cx="12192000" cy="40994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9120103-F46D-DDFD-C42D-4C1415111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9316090" cy="471199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0BA2F41-1775-2919-CD16-FC96054EB9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4211" y="1277655"/>
            <a:ext cx="11108734" cy="413721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5" name="Google Shape;46;p51">
            <a:extLst>
              <a:ext uri="{FF2B5EF4-FFF2-40B4-BE49-F238E27FC236}">
                <a16:creationId xmlns:a16="http://schemas.microsoft.com/office/drawing/2014/main" id="{12C73950-769D-F72F-8D17-C34CFFE6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C60A96-D462-F6C9-0598-AE53132DC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1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90400"/>
            <a:ext cx="3733248" cy="4291200"/>
          </a:xfrm>
          <a:prstGeom prst="roundRect">
            <a:avLst>
              <a:gd name="adj" fmla="val 1817"/>
            </a:avLst>
          </a:prstGeom>
          <a:solidFill>
            <a:srgbClr val="191A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buClr>
                <a:srgbClr val="FF4700"/>
              </a:buClr>
              <a:defRPr sz="2000">
                <a:solidFill>
                  <a:schemeClr val="accent5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chemeClr val="accent5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chemeClr val="accent5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chemeClr val="accent5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chemeClr val="accent5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70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Three on a Page white">
    <p:bg>
      <p:bgPr>
        <a:solidFill>
          <a:srgbClr val="19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4;p51">
            <a:extLst>
              <a:ext uri="{FF2B5EF4-FFF2-40B4-BE49-F238E27FC236}">
                <a16:creationId xmlns:a16="http://schemas.microsoft.com/office/drawing/2014/main" id="{03EF820F-46EB-E8AF-8D9D-410203411F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accent5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E2F9A93-5A2A-02C7-41E6-DE7362229B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552" y="870681"/>
            <a:ext cx="11035730" cy="2704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600" b="0" i="0" cap="none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Optional Slide Subtitle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1A727C-5351-D390-FC3C-6DA10184A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73843" y="1477781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46DFEF-92E8-A978-5FA6-7B3DAC38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40135" y="1477783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98C0A-65F7-6479-0846-723DC7EB7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552" y="1479600"/>
            <a:ext cx="3733248" cy="4291200"/>
          </a:xfrm>
          <a:prstGeom prst="roundRect">
            <a:avLst>
              <a:gd name="adj" fmla="val 18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CC90CE-B1F1-8F9A-935C-BDAE2CEDE9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675" y="1682178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buFont typeface="Arial" panose="020B0604020202020204" pitchFamily="34" charset="0"/>
              <a:buNone/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oogle Shape;46;p51">
            <a:extLst>
              <a:ext uri="{FF2B5EF4-FFF2-40B4-BE49-F238E27FC236}">
                <a16:creationId xmlns:a16="http://schemas.microsoft.com/office/drawing/2014/main" id="{7E19D2F0-2565-9402-6779-9A4D8F1A5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69E3B-AB6B-70C7-7C04-088106E3D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456067-8A71-32E8-07B2-505BB92A992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48967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6350" indent="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A29D38-3F12-5E54-DFBD-360AB91356C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15258" y="1682177"/>
            <a:ext cx="3383001" cy="38824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450850">
              <a:buClr>
                <a:srgbClr val="FF4700"/>
              </a:buClr>
              <a:tabLst/>
              <a:defRPr sz="2000">
                <a:solidFill>
                  <a:srgbClr val="191A24"/>
                </a:solidFill>
                <a:latin typeface="+mn-lt"/>
              </a:defRPr>
            </a:lvl1pPr>
            <a:lvl2pPr>
              <a:buClr>
                <a:srgbClr val="FF4700"/>
              </a:buClr>
              <a:defRPr sz="1800">
                <a:solidFill>
                  <a:srgbClr val="191A24"/>
                </a:solidFill>
                <a:latin typeface="+mn-lt"/>
              </a:defRPr>
            </a:lvl2pPr>
            <a:lvl3pPr>
              <a:buClr>
                <a:srgbClr val="FF4700"/>
              </a:buClr>
              <a:defRPr sz="1600">
                <a:solidFill>
                  <a:srgbClr val="191A24"/>
                </a:solidFill>
                <a:latin typeface="+mn-lt"/>
              </a:defRPr>
            </a:lvl3pPr>
            <a:lvl4pPr>
              <a:buClr>
                <a:srgbClr val="FF4700"/>
              </a:buClr>
              <a:defRPr sz="1400">
                <a:solidFill>
                  <a:srgbClr val="191A24"/>
                </a:solidFill>
                <a:latin typeface="+mn-lt"/>
              </a:defRPr>
            </a:lvl4pPr>
            <a:lvl5pPr>
              <a:buClr>
                <a:srgbClr val="FF4700"/>
              </a:buClr>
              <a:defRPr sz="1200">
                <a:solidFill>
                  <a:srgbClr val="191A24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3093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navy" preserve="1" userDrawn="1">
  <p:cSld name="Summary Slide">
    <p:bg>
      <p:bgPr>
        <a:solidFill>
          <a:srgbClr val="191A24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45">
            <a:extLst>
              <a:ext uri="{FF2B5EF4-FFF2-40B4-BE49-F238E27FC236}">
                <a16:creationId xmlns:a16="http://schemas.microsoft.com/office/drawing/2014/main" id="{83DF1D4F-66B8-9173-BB51-DBAB8E0D8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0653" y="322379"/>
            <a:ext cx="4532491" cy="52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4302E-9F83-76D0-2050-0E0C92D58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200" y="1589088"/>
            <a:ext cx="6842786" cy="4488929"/>
          </a:xfrm>
          <a:solidFill>
            <a:schemeClr val="bg2"/>
          </a:solidFill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defRPr sz="18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defRPr sz="16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defRPr sz="14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defRPr sz="1200">
                <a:solidFill>
                  <a:schemeClr val="accent5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0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CBB3F-73E7-04C0-D176-087DE45B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36569" y="3273411"/>
            <a:ext cx="3855431" cy="3570121"/>
          </a:xfrm>
          <a:prstGeom prst="rect">
            <a:avLst/>
          </a:prstGeom>
          <a:effectLst>
            <a:innerShdw blurRad="25400" dist="12700" dir="16200000">
              <a:prstClr val="black">
                <a:alpha val="20000"/>
              </a:prstClr>
            </a:innerShdw>
          </a:effectLst>
        </p:spPr>
      </p:pic>
      <p:pic>
        <p:nvPicPr>
          <p:cNvPr id="6" name="Google Shape;46;p51">
            <a:extLst>
              <a:ext uri="{FF2B5EF4-FFF2-40B4-BE49-F238E27FC236}">
                <a16:creationId xmlns:a16="http://schemas.microsoft.com/office/drawing/2014/main" id="{1AB38591-4890-06AA-89B2-67837DAA2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364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End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485C68-A35C-0953-D5B1-08400B02B0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Thank You Slide</a:t>
            </a:r>
            <a:endParaRPr lang="en-US"/>
          </a:p>
        </p:txBody>
      </p:sp>
      <p:pic>
        <p:nvPicPr>
          <p:cNvPr id="6" name="Google Shape;643;p24">
            <a:extLst>
              <a:ext uri="{FF2B5EF4-FFF2-40B4-BE49-F238E27FC236}">
                <a16:creationId xmlns:a16="http://schemas.microsoft.com/office/drawing/2014/main" id="{A78E0165-26D0-45F0-A105-C6068552D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94781" y="6122338"/>
            <a:ext cx="1602437" cy="2733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8968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dark" userDrawn="1">
  <p:cSld name="Question Slide ">
    <p:bg>
      <p:bgPr>
        <a:solidFill>
          <a:srgbClr val="191A24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D99E9CF9-9EB9-E4D4-FE71-2F4858D2B4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1670" y="3128666"/>
            <a:ext cx="6188659" cy="60066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GB"/>
              <a:t>Questions Slide</a:t>
            </a:r>
            <a:endParaRPr lang="en-US"/>
          </a:p>
        </p:txBody>
      </p:sp>
      <p:pic>
        <p:nvPicPr>
          <p:cNvPr id="2" name="Google Shape;15;p43">
            <a:extLst>
              <a:ext uri="{FF2B5EF4-FFF2-40B4-BE49-F238E27FC236}">
                <a16:creationId xmlns:a16="http://schemas.microsoft.com/office/drawing/2014/main" id="{D8CA3ED5-6F0C-461A-86E7-79A6FF20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5785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86C03-60A1-7394-584D-12B4F9FA8A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222" y="1253330"/>
            <a:ext cx="11272577" cy="47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5DECC-5944-6AF5-0E9A-D6C8EEAA2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23" y="365125"/>
            <a:ext cx="11267554" cy="720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FE85A-A070-6764-5E7E-02B040D31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134B45-AF8D-4DE1-B6B3-818C9AE12B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787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0232B-D4C6-EEFF-9C7E-30F8740D40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 text same as footnote; no hanging indent</a:t>
            </a:r>
          </a:p>
          <a:p>
            <a:pPr marL="114300" indent="-114300">
              <a:buFont typeface="+mj-lt"/>
              <a:buAutoNum type="arabicPeriod"/>
            </a:pPr>
            <a:r>
              <a:rPr lang="en-US"/>
              <a:t>Footnotes are Aptos font, 8 pt.</a:t>
            </a:r>
          </a:p>
        </p:txBody>
      </p:sp>
    </p:spTree>
    <p:extLst>
      <p:ext uri="{BB962C8B-B14F-4D97-AF65-F5344CB8AC3E}">
        <p14:creationId xmlns:p14="http://schemas.microsoft.com/office/powerpoint/2010/main" val="3145049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_notitle">
  <p:cSld name="Content slide_no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11403105" y="6356350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52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86228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bg>
      <p:bgPr>
        <a:solidFill>
          <a:schemeClr val="dk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title"/>
          </p:nvPr>
        </p:nvSpPr>
        <p:spPr>
          <a:xfrm>
            <a:off x="1322295" y="2347257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body" idx="1"/>
          </p:nvPr>
        </p:nvSpPr>
        <p:spPr>
          <a:xfrm>
            <a:off x="6096000" y="2"/>
            <a:ext cx="5044440" cy="685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1600"/>
              <a:buFont typeface="Inter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922" y="2160884"/>
            <a:ext cx="186373" cy="18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428" y="6417576"/>
            <a:ext cx="1131347" cy="192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7195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userDrawn="1">
  <p:cSld name="Content slide">
    <p:bg>
      <p:bgPr>
        <a:solidFill>
          <a:schemeClr val="accent5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1"/>
          <p:cNvSpPr txBox="1">
            <a:spLocks noGrp="1"/>
          </p:cNvSpPr>
          <p:nvPr>
            <p:ph type="title"/>
          </p:nvPr>
        </p:nvSpPr>
        <p:spPr>
          <a:xfrm>
            <a:off x="507552" y="322378"/>
            <a:ext cx="5306529" cy="45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68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400"/>
              <a:buFont typeface="Inter"/>
              <a:buNone/>
              <a:defRPr sz="240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203" y="6353947"/>
            <a:ext cx="279400" cy="2778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17C7E39-5E27-FF5E-7381-F9227F2EF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2" y="1308970"/>
            <a:ext cx="11249946" cy="4177429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1pPr>
            <a:lvl2pPr>
              <a:buClr>
                <a:schemeClr val="accent2"/>
              </a:buClr>
              <a:buSzPct val="100000"/>
              <a:defRPr sz="18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2pPr>
            <a:lvl3pPr>
              <a:buClr>
                <a:schemeClr val="accent2"/>
              </a:buClr>
              <a:buSzPct val="100000"/>
              <a:defRPr sz="16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3pPr>
            <a:lvl4pPr>
              <a:buClr>
                <a:schemeClr val="accent2"/>
              </a:buClr>
              <a:buSzPct val="100000"/>
              <a:defRPr sz="14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4pPr>
            <a:lvl5pPr>
              <a:buClr>
                <a:schemeClr val="accent2"/>
              </a:buClr>
              <a:buSzPct val="100000"/>
              <a:defRPr sz="1200">
                <a:solidFill>
                  <a:schemeClr val="bg2"/>
                </a:solidFill>
                <a:latin typeface="+mn-lt"/>
                <a:ea typeface="Inter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C1C231-09F7-0D90-503F-95590332C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4203" y="6129081"/>
            <a:ext cx="1102201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21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454211" y="342993"/>
            <a:ext cx="4763965" cy="47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454211" y="1825625"/>
            <a:ext cx="11319435" cy="3986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0000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717"/>
              </a:buClr>
              <a:buSzPts val="2800"/>
              <a:buFont typeface="Inter"/>
              <a:buNone/>
              <a:defRPr sz="2800" b="0" i="0" u="none" strike="noStrike" cap="none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C112C0-EE73-BB6D-7F69-B1EB82D5CC63}"/>
              </a:ext>
            </a:extLst>
          </p:cNvPr>
          <p:cNvSpPr txBox="1"/>
          <p:nvPr userDrawn="1"/>
        </p:nvSpPr>
        <p:spPr>
          <a:xfrm>
            <a:off x="-830771" y="703039"/>
            <a:ext cx="700513" cy="22230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Place content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below  this 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496218-5BC9-0DE0-4221-B87B0E4252BD}"/>
              </a:ext>
            </a:extLst>
          </p:cNvPr>
          <p:cNvCxnSpPr/>
          <p:nvPr userDrawn="1"/>
        </p:nvCxnSpPr>
        <p:spPr>
          <a:xfrm>
            <a:off x="-544804" y="951591"/>
            <a:ext cx="414546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98CB37-3901-399A-8FF0-A6406BBCB74B}"/>
              </a:ext>
            </a:extLst>
          </p:cNvPr>
          <p:cNvCxnSpPr/>
          <p:nvPr userDrawn="1"/>
        </p:nvCxnSpPr>
        <p:spPr>
          <a:xfrm>
            <a:off x="-544277" y="6110292"/>
            <a:ext cx="414547" cy="0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28D9F13-B0E9-E7D8-99CF-F21277FD7545}"/>
              </a:ext>
            </a:extLst>
          </p:cNvPr>
          <p:cNvSpPr txBox="1"/>
          <p:nvPr userDrawn="1"/>
        </p:nvSpPr>
        <p:spPr>
          <a:xfrm>
            <a:off x="-1080837" y="5861740"/>
            <a:ext cx="950580" cy="222305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Source and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Footnotes Guideline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83ED-9A73-5308-A119-19253C7BFE32}"/>
              </a:ext>
            </a:extLst>
          </p:cNvPr>
          <p:cNvSpPr txBox="1"/>
          <p:nvPr userDrawn="1"/>
        </p:nvSpPr>
        <p:spPr>
          <a:xfrm>
            <a:off x="614009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698F47-C220-BEFA-55D7-0B4A38D6FFA6}"/>
              </a:ext>
            </a:extLst>
          </p:cNvPr>
          <p:cNvCxnSpPr>
            <a:cxnSpLocks/>
          </p:cNvCxnSpPr>
          <p:nvPr userDrawn="1"/>
        </p:nvCxnSpPr>
        <p:spPr>
          <a:xfrm>
            <a:off x="454211" y="-372862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89E3C5-8788-04B9-0837-FB383AE03E11}"/>
              </a:ext>
            </a:extLst>
          </p:cNvPr>
          <p:cNvSpPr txBox="1"/>
          <p:nvPr userDrawn="1"/>
        </p:nvSpPr>
        <p:spPr>
          <a:xfrm>
            <a:off x="10837931" y="-255682"/>
            <a:ext cx="775918" cy="22159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>
            <a:defPPr>
              <a:defRPr lang="en-US"/>
            </a:defPPr>
            <a:lvl1pPr>
              <a:defRPr sz="900" b="1" baseline="0">
                <a:solidFill>
                  <a:srgbClr val="A2A2A2"/>
                </a:solidFill>
              </a:defRPr>
            </a:lvl1pPr>
          </a:lstStyle>
          <a:p>
            <a:pPr lvl="0" algn="l">
              <a:lnSpc>
                <a:spcPct val="90000"/>
              </a:lnSpc>
            </a:pPr>
            <a:r>
              <a:rPr lang="en-US" sz="800">
                <a:solidFill>
                  <a:schemeClr val="bg2"/>
                </a:solidFill>
                <a:latin typeface="+mn-lt"/>
              </a:rPr>
              <a:t>No content past</a:t>
            </a:r>
            <a:br>
              <a:rPr lang="en-US" sz="800">
                <a:solidFill>
                  <a:schemeClr val="bg2"/>
                </a:solidFill>
                <a:latin typeface="+mn-lt"/>
              </a:rPr>
            </a:br>
            <a:r>
              <a:rPr lang="en-US" sz="800">
                <a:solidFill>
                  <a:schemeClr val="bg2"/>
                </a:solidFill>
                <a:latin typeface="+mn-lt"/>
              </a:rPr>
              <a:t>this line.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BF8424-A413-A5AA-681F-D45668682110}"/>
              </a:ext>
            </a:extLst>
          </p:cNvPr>
          <p:cNvCxnSpPr>
            <a:cxnSpLocks/>
          </p:cNvCxnSpPr>
          <p:nvPr userDrawn="1"/>
        </p:nvCxnSpPr>
        <p:spPr>
          <a:xfrm>
            <a:off x="11773646" y="-359691"/>
            <a:ext cx="0" cy="359691"/>
          </a:xfrm>
          <a:prstGeom prst="line">
            <a:avLst/>
          </a:prstGeom>
          <a:ln w="158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7499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718" r:id="rId2"/>
    <p:sldLayoutId id="2147483719" r:id="rId3"/>
    <p:sldLayoutId id="2147483664" r:id="rId4"/>
    <p:sldLayoutId id="2147483720" r:id="rId5"/>
    <p:sldLayoutId id="2147483721" r:id="rId6"/>
    <p:sldLayoutId id="2147483666" r:id="rId7"/>
    <p:sldLayoutId id="2147483688" r:id="rId8"/>
    <p:sldLayoutId id="2147483709" r:id="rId9"/>
    <p:sldLayoutId id="2147483667" r:id="rId10"/>
    <p:sldLayoutId id="2147483713" r:id="rId11"/>
    <p:sldLayoutId id="2147483689" r:id="rId12"/>
    <p:sldLayoutId id="2147483669" r:id="rId13"/>
    <p:sldLayoutId id="2147483711" r:id="rId14"/>
    <p:sldLayoutId id="2147483712" r:id="rId15"/>
    <p:sldLayoutId id="2147483672" r:id="rId16"/>
    <p:sldLayoutId id="2147483714" r:id="rId17"/>
    <p:sldLayoutId id="2147483715" r:id="rId18"/>
    <p:sldLayoutId id="2147483697" r:id="rId19"/>
    <p:sldLayoutId id="2147483673" r:id="rId20"/>
    <p:sldLayoutId id="2147483687" r:id="rId21"/>
    <p:sldLayoutId id="2147483710" r:id="rId22"/>
    <p:sldLayoutId id="2147483716" r:id="rId23"/>
    <p:sldLayoutId id="2147483717" r:id="rId24"/>
    <p:sldLayoutId id="2147483722" r:id="rId25"/>
    <p:sldLayoutId id="2147483723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sldNum" idx="12"/>
          </p:nvPr>
        </p:nvSpPr>
        <p:spPr>
          <a:xfrm>
            <a:off x="11343640" y="6348731"/>
            <a:ext cx="6140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defTabSz="914377">
              <a:buClr>
                <a:srgbClr val="000000"/>
              </a:buClr>
              <a:defRPr/>
            </a:pPr>
            <a:fld id="{00000000-1234-1234-1234-123412341234}" type="slidenum">
              <a:rPr lang="en-GB" kern="0"/>
              <a:pPr defTabSz="914377">
                <a:buClr>
                  <a:srgbClr val="000000"/>
                </a:buClr>
                <a:defRPr/>
              </a:pPr>
              <a:t>1</a:t>
            </a:fld>
            <a:endParaRPr kern="0"/>
          </a:p>
        </p:txBody>
      </p:sp>
      <p:grpSp>
        <p:nvGrpSpPr>
          <p:cNvPr id="103" name="Google Shape;103;p1"/>
          <p:cNvGrpSpPr/>
          <p:nvPr/>
        </p:nvGrpSpPr>
        <p:grpSpPr>
          <a:xfrm>
            <a:off x="1322293" y="4300532"/>
            <a:ext cx="2426747" cy="420423"/>
            <a:chOff x="1322294" y="3865281"/>
            <a:chExt cx="2426746" cy="420423"/>
          </a:xfrm>
        </p:grpSpPr>
        <p:pic>
          <p:nvPicPr>
            <p:cNvPr id="104" name="Google Shape;104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22294" y="3865281"/>
              <a:ext cx="2426746" cy="420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"/>
            <p:cNvSpPr txBox="1"/>
            <p:nvPr/>
          </p:nvSpPr>
          <p:spPr>
            <a:xfrm>
              <a:off x="1322294" y="3906214"/>
              <a:ext cx="2426746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 defTabSz="914377">
                <a:buClr>
                  <a:srgbClr val="000000"/>
                </a:buClr>
                <a:defRPr/>
              </a:pPr>
              <a:r>
                <a:rPr lang="en-GB" sz="1600" b="1" kern="0" dirty="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August / September 2026</a:t>
              </a:r>
              <a:endParaRPr sz="14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06" name="Google Shape;10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5597" y="258945"/>
            <a:ext cx="55721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2">
            <a:extLst>
              <a:ext uri="{FF2B5EF4-FFF2-40B4-BE49-F238E27FC236}">
                <a16:creationId xmlns:a16="http://schemas.microsoft.com/office/drawing/2014/main" id="{C19F670E-FFC2-5B3A-71FE-F724D85A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93" y="2137297"/>
            <a:ext cx="5425016" cy="2163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Everway SDET</a:t>
            </a:r>
            <a:endParaRPr lang="en-US" sz="4000" dirty="0"/>
          </a:p>
          <a:p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Program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F43E-E3DD-B0BB-586D-51DBAE29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FE6A-61C1-F97C-4A21-6A95FCA2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Session timings 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1F40A-51E1-27CF-453E-9945407679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US" b="1" dirty="0"/>
              <a:t>Start and finish</a:t>
            </a:r>
            <a:r>
              <a:rPr lang="en-US" dirty="0"/>
              <a:t> </a:t>
            </a:r>
          </a:p>
          <a:p>
            <a:r>
              <a:rPr lang="en-US" dirty="0"/>
              <a:t>13:00 – 17:00</a:t>
            </a:r>
          </a:p>
          <a:p>
            <a:pPr marL="228600" indent="0">
              <a:buNone/>
            </a:pPr>
            <a:r>
              <a:rPr lang="en-US" b="1" dirty="0"/>
              <a:t>Breaks </a:t>
            </a:r>
          </a:p>
          <a:p>
            <a:r>
              <a:rPr lang="en-US" dirty="0"/>
              <a:t>14:00 – 14:10</a:t>
            </a:r>
          </a:p>
          <a:p>
            <a:r>
              <a:rPr lang="en-US" dirty="0"/>
              <a:t>15.50 – 16:00 </a:t>
            </a:r>
          </a:p>
          <a:p>
            <a:pPr marL="228600" indent="0">
              <a:buNone/>
            </a:pPr>
            <a:endParaRPr lang="en-US" b="1" dirty="0"/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2FC78-D224-C9AD-1CCD-C3D081E99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7961" y="1521725"/>
            <a:ext cx="3116428" cy="31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42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06041E8-3D55-8ED7-96F5-0AFA1D84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6803" y="102358"/>
            <a:ext cx="7917002" cy="55409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308550-6CCF-9E33-AC83-46CF100C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Housekeeping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CC1B9-43FF-90C7-CF32-4CCACEC7EDD1}"/>
              </a:ext>
            </a:extLst>
          </p:cNvPr>
          <p:cNvSpPr txBox="1"/>
          <p:nvPr/>
        </p:nvSpPr>
        <p:spPr>
          <a:xfrm>
            <a:off x="454211" y="1171883"/>
            <a:ext cx="35991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Feel free to interrupt </a:t>
            </a:r>
          </a:p>
          <a:p>
            <a:r>
              <a:rPr lang="en-US" sz="2400"/>
              <a:t>the trainer at any </a:t>
            </a:r>
          </a:p>
          <a:p>
            <a:r>
              <a:rPr lang="en-US" sz="2400"/>
              <a:t>time - you don’t </a:t>
            </a:r>
          </a:p>
          <a:p>
            <a:r>
              <a:rPr lang="en-US" sz="2400"/>
              <a:t>need to </a:t>
            </a:r>
          </a:p>
          <a:p>
            <a:r>
              <a:rPr lang="en-US" sz="2400"/>
              <a:t>raise your </a:t>
            </a:r>
          </a:p>
          <a:p>
            <a:r>
              <a:rPr lang="en-US" sz="2400"/>
              <a:t>hand!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72DBE-6F39-F92B-16B1-49903841CEA8}"/>
              </a:ext>
            </a:extLst>
          </p:cNvPr>
          <p:cNvSpPr txBox="1"/>
          <p:nvPr/>
        </p:nvSpPr>
        <p:spPr>
          <a:xfrm>
            <a:off x="454211" y="4073689"/>
            <a:ext cx="3937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Stay muted </a:t>
            </a:r>
          </a:p>
          <a:p>
            <a:r>
              <a:rPr lang="en-US" sz="2400"/>
              <a:t>but be ready </a:t>
            </a:r>
          </a:p>
          <a:p>
            <a:r>
              <a:rPr lang="en-US" sz="2400"/>
              <a:t>to regularly un-</a:t>
            </a:r>
          </a:p>
          <a:p>
            <a:r>
              <a:rPr lang="en-US" sz="2400"/>
              <a:t>mute and join 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4C6A8-E883-52AD-BE74-556E03440008}"/>
              </a:ext>
            </a:extLst>
          </p:cNvPr>
          <p:cNvSpPr txBox="1"/>
          <p:nvPr/>
        </p:nvSpPr>
        <p:spPr>
          <a:xfrm>
            <a:off x="7533566" y="1910546"/>
            <a:ext cx="1897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191A24"/>
                </a:solidFill>
              </a:rPr>
              <a:t>Keep your </a:t>
            </a:r>
          </a:p>
          <a:p>
            <a:r>
              <a:rPr lang="en-US" sz="2400">
                <a:solidFill>
                  <a:srgbClr val="191A24"/>
                </a:solidFill>
              </a:rPr>
              <a:t>camera </a:t>
            </a:r>
            <a:r>
              <a:rPr lang="en-US" sz="2400" b="1">
                <a:solidFill>
                  <a:srgbClr val="191A24"/>
                </a:solidFill>
              </a:rPr>
              <a:t>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F7EEE-F773-326B-BB75-B6BA48FFEE27}"/>
              </a:ext>
            </a:extLst>
          </p:cNvPr>
          <p:cNvSpPr txBox="1"/>
          <p:nvPr/>
        </p:nvSpPr>
        <p:spPr>
          <a:xfrm>
            <a:off x="7730105" y="4549731"/>
            <a:ext cx="31965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Turn phones to silent, and close your email</a:t>
            </a:r>
          </a:p>
        </p:txBody>
      </p:sp>
    </p:spTree>
    <p:extLst>
      <p:ext uri="{BB962C8B-B14F-4D97-AF65-F5344CB8AC3E}">
        <p14:creationId xmlns:p14="http://schemas.microsoft.com/office/powerpoint/2010/main" val="249633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3F29BC0E-9521-5B82-C29E-42E7A7DC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6D27197E-0BDC-446C-90EC-3FEDD4E9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  <a:sym typeface="+mn-lt"/>
              </a:rPr>
              <a:t>Shift-Left Program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0B41D05-8210-B288-FF1D-928D8D8D7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552" y="870681"/>
            <a:ext cx="5893248" cy="27046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What we are going to cover in this program. </a:t>
            </a:r>
          </a:p>
          <a:p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DA020AD-66AE-789F-56DD-09F23A2E8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675" y="1682179"/>
            <a:ext cx="3474546" cy="1570068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1 – Think like an SDET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Shift-left, quality ownership, Testing Pyramid, Playwright foundations.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API testing with Postman, AI-enabled testing, assessment.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55BDD3E-ED4B-7B6A-16ED-34966150635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48967" y="1682178"/>
            <a:ext cx="3383001" cy="3667744"/>
          </a:xfrm>
        </p:spPr>
        <p:txBody>
          <a:bodyPr/>
          <a:lstStyle/>
          <a:p>
            <a:r>
              <a:rPr lang="en-GB" sz="1600" b="1" dirty="0">
                <a:ea typeface="+mn-lt"/>
                <a:cs typeface="+mn-lt"/>
                <a:sym typeface="+mn-lt"/>
              </a:rPr>
              <a:t>Phase 2 – Engineer a quality solution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Playwright suites, AI in practice, Pact, JMeter.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Build a broader automated testing strategy rather than simply automate UI tests.</a:t>
            </a:r>
          </a:p>
          <a:p>
            <a:r>
              <a:rPr lang="en-GB" sz="1600" dirty="0">
                <a:ea typeface="+mn-lt"/>
                <a:cs typeface="+mn-lt"/>
                <a:sym typeface="+mn-lt"/>
              </a:rPr>
              <a:t>Developer coaching, testability, exploratory testing.</a:t>
            </a:r>
          </a:p>
          <a:p>
            <a:pPr lvl="1"/>
            <a:r>
              <a:rPr lang="en-GB" sz="1400" dirty="0">
                <a:ea typeface="+mn-lt"/>
                <a:cs typeface="+mn-lt"/>
                <a:sym typeface="+mn-lt"/>
              </a:rPr>
              <a:t>Operate as an embedded SDET who improves the team’s engineering practices.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4449FFD-119E-FB15-DD4C-BE361CBE968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6350" indent="0"/>
            <a:r>
              <a:rPr lang="en-US" sz="1600" b="1" dirty="0"/>
              <a:t>Phase 3 - Hackathon</a:t>
            </a:r>
          </a:p>
          <a:p>
            <a:pPr marL="6350" indent="0"/>
            <a:endParaRPr lang="en-US" sz="1600" dirty="0"/>
          </a:p>
          <a:p>
            <a:pPr marL="6350" indent="0" algn="ctr"/>
            <a:r>
              <a:rPr lang="en-US" sz="1600" dirty="0"/>
              <a:t>Coming Soon.</a:t>
            </a:r>
          </a:p>
        </p:txBody>
      </p:sp>
      <p:pic>
        <p:nvPicPr>
          <p:cNvPr id="285" name="Google Shape;285;p11">
            <a:extLst>
              <a:ext uri="{FF2B5EF4-FFF2-40B4-BE49-F238E27FC236}">
                <a16:creationId xmlns:a16="http://schemas.microsoft.com/office/drawing/2014/main" id="{34BA6FC0-D760-7984-86F9-DDB9AE923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164639" y="-620131"/>
            <a:ext cx="119924" cy="1042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78838B98-6B3F-A3C2-D928-0FB2FA12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3008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D9EE9CEA-F851-DC7A-060E-534031DB0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38212" y="3469659"/>
            <a:ext cx="2937092" cy="1689211"/>
          </a:xfrm>
          <a:prstGeom prst="roundRect">
            <a:avLst>
              <a:gd name="adj" fmla="val 6053"/>
            </a:avLst>
          </a:prstGeom>
          <a:solidFill>
            <a:srgbClr val="191A2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Inter"/>
              <a:cs typeface="+mn-lt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6654C-AEC8-FD0D-EABA-3366C5E0E8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63" y="3580422"/>
            <a:ext cx="2262117" cy="1508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C8DFC6-7438-DFE0-8007-B1343FC059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334" y="3524980"/>
            <a:ext cx="2342734" cy="15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5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F7D8118-EF3A-F4C5-474C-6F29098E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>
            <a:extLst>
              <a:ext uri="{FF2B5EF4-FFF2-40B4-BE49-F238E27FC236}">
                <a16:creationId xmlns:a16="http://schemas.microsoft.com/office/drawing/2014/main" id="{A6BA6014-D9F7-992F-C5CD-A5EFFE7A8B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4495" y="2201552"/>
            <a:ext cx="3998259" cy="2163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dirty="0"/>
              <a:t>Phase 1 Day 2</a:t>
            </a:r>
            <a:endParaRPr dirty="0"/>
          </a:p>
        </p:txBody>
      </p:sp>
      <p:sp>
        <p:nvSpPr>
          <p:cNvPr id="175" name="Google Shape;175;p4">
            <a:extLst>
              <a:ext uri="{FF2B5EF4-FFF2-40B4-BE49-F238E27FC236}">
                <a16:creationId xmlns:a16="http://schemas.microsoft.com/office/drawing/2014/main" id="{1F5C8545-4D2C-18EE-1ECF-EAE821A690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07730" y="4761548"/>
            <a:ext cx="46056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defTabSz="914400" rtl="0" eaLnBrk="1" latinLnBrk="0" hangingPunct="1">
              <a:spcBef>
                <a:spcPts val="0"/>
              </a:spcBef>
              <a:buNone/>
              <a:defRPr sz="900" b="1" i="0" u="none" strike="noStrike" kern="1200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-GB" smtClean="0"/>
              <a:pPr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2CA85-E669-1A78-792D-0BF794487E41}"/>
              </a:ext>
            </a:extLst>
          </p:cNvPr>
          <p:cNvSpPr txBox="1"/>
          <p:nvPr/>
        </p:nvSpPr>
        <p:spPr>
          <a:xfrm>
            <a:off x="1636579" y="2514144"/>
            <a:ext cx="4921876" cy="21650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endParaRPr lang="en-US" sz="2000" b="1" dirty="0">
              <a:solidFill>
                <a:schemeClr val="accent5"/>
              </a:solidFill>
              <a:latin typeface="+mj-lt"/>
              <a:ea typeface="Lato Light" panose="020F0502020204030203" pitchFamily="34" charset="0"/>
              <a:cs typeface="Poppins" pitchFamily="2" charset="77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API Testing Essentials (</a:t>
            </a:r>
            <a:r>
              <a:rPr lang="en-US" sz="1600" i="1" dirty="0">
                <a:latin typeface="Calibri" panose="020F0502020204030204"/>
                <a:ea typeface="Calibri" pitchFamily="34" charset="-122"/>
                <a:cs typeface="Calibri" pitchFamily="34" charset="-120"/>
              </a:rPr>
              <a:t>Postman</a:t>
            </a: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Introduction to AI-Enabled Testing</a:t>
            </a: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867" dirty="0">
                <a:solidFill>
                  <a:srgbClr val="FFFFFF"/>
                </a:solidFill>
                <a:latin typeface="Calibri" panose="020F0502020204030204"/>
                <a:ea typeface="Calibri" pitchFamily="34" charset="-122"/>
                <a:cs typeface="Calibri" pitchFamily="34" charset="-120"/>
              </a:rPr>
              <a:t>Phase 1 Assessment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273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68EC-A6F7-DF68-2B3E-B9B09E7D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Beyond the User Interface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16E8-32AD-65F5-F8AC-1FD67BAF4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n-GB" b="1" strike="sngStrike" dirty="0">
                <a:solidFill>
                  <a:schemeClr val="tx1">
                    <a:lumMod val="50000"/>
                  </a:schemeClr>
                </a:solidFill>
              </a:rPr>
              <a:t>Today's question:</a:t>
            </a:r>
            <a:r>
              <a:rPr lang="en-GB" strike="sngStrike" dirty="0">
                <a:solidFill>
                  <a:schemeClr val="tx1">
                    <a:lumMod val="50000"/>
                  </a:schemeClr>
                </a:solidFill>
              </a:rPr>
              <a:t> How do we build confidence into a feature?</a:t>
            </a:r>
          </a:p>
          <a:p>
            <a:pPr marL="228600" indent="0">
              <a:buNone/>
            </a:pPr>
            <a:r>
              <a:rPr lang="en-GB" b="1" dirty="0"/>
              <a:t>Today's question:</a:t>
            </a:r>
            <a:r>
              <a:rPr lang="en-GB" dirty="0"/>
              <a:t> What is the browser actually talking to?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EB04F9-53D6-20B8-6C8A-BEE8AFC39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52" y="2352100"/>
            <a:ext cx="9973646" cy="333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0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3A41-381C-2CE4-B611-F3502C67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</a:t>
            </a:r>
            <a:br>
              <a:rPr lang="en-GB" dirty="0"/>
            </a:b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09425-51A7-ADC8-79EA-724BCAA83A62}"/>
              </a:ext>
            </a:extLst>
          </p:cNvPr>
          <p:cNvSpPr txBox="1"/>
          <p:nvPr/>
        </p:nvSpPr>
        <p:spPr>
          <a:xfrm>
            <a:off x="869907" y="5419618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A passing UI journey is one signal—not complete coverage.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3" name="Graphic 12" descr="Teacher with solid fill">
            <a:extLst>
              <a:ext uri="{FF2B5EF4-FFF2-40B4-BE49-F238E27FC236}">
                <a16:creationId xmlns:a16="http://schemas.microsoft.com/office/drawing/2014/main" id="{62A04792-8037-2DA6-9FFF-7CCB1E5F2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5988" y="1592956"/>
            <a:ext cx="1458895" cy="1458895"/>
          </a:xfrm>
          <a:prstGeom prst="rect">
            <a:avLst/>
          </a:prstGeom>
        </p:spPr>
      </p:pic>
      <p:pic>
        <p:nvPicPr>
          <p:cNvPr id="15" name="Graphic 14" descr="Clipboard Mixed with solid fill">
            <a:extLst>
              <a:ext uri="{FF2B5EF4-FFF2-40B4-BE49-F238E27FC236}">
                <a16:creationId xmlns:a16="http://schemas.microsoft.com/office/drawing/2014/main" id="{18237621-2E79-8B12-9854-4EB5C849C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3544" y="1751158"/>
            <a:ext cx="1167036" cy="1167036"/>
          </a:xfrm>
          <a:prstGeom prst="rect">
            <a:avLst/>
          </a:prstGeom>
        </p:spPr>
      </p:pic>
      <p:pic>
        <p:nvPicPr>
          <p:cNvPr id="17" name="Graphic 16" descr="Teacher with solid fill">
            <a:extLst>
              <a:ext uri="{FF2B5EF4-FFF2-40B4-BE49-F238E27FC236}">
                <a16:creationId xmlns:a16="http://schemas.microsoft.com/office/drawing/2014/main" id="{1B789278-53B7-91F7-A419-9BBDFC5199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4766" y="1592956"/>
            <a:ext cx="1458895" cy="14588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D81E32-8557-60A0-0468-56C6F9F5BFB9}"/>
              </a:ext>
            </a:extLst>
          </p:cNvPr>
          <p:cNvSpPr txBox="1"/>
          <p:nvPr/>
        </p:nvSpPr>
        <p:spPr>
          <a:xfrm>
            <a:off x="507552" y="3214433"/>
            <a:ext cx="3411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>
                <a:solidFill>
                  <a:schemeClr val="bg1"/>
                </a:solidFill>
              </a:rPr>
              <a:t>Day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Testing </a:t>
            </a:r>
            <a:r>
              <a:rPr lang="en-GB" dirty="0">
                <a:solidFill>
                  <a:srgbClr val="FF4700"/>
                </a:solidFill>
              </a:rPr>
              <a:t>browser</a:t>
            </a:r>
            <a:r>
              <a:rPr lang="en-GB" dirty="0">
                <a:solidFill>
                  <a:schemeClr val="bg1"/>
                </a:solidFill>
              </a:rPr>
              <a:t> behaviour with Playwright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ED6AAF-A867-946B-DB90-F1E0501366A8}"/>
              </a:ext>
            </a:extLst>
          </p:cNvPr>
          <p:cNvSpPr txBox="1"/>
          <p:nvPr/>
        </p:nvSpPr>
        <p:spPr>
          <a:xfrm>
            <a:off x="4448245" y="3214433"/>
            <a:ext cx="3411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>
                <a:solidFill>
                  <a:schemeClr val="bg1"/>
                </a:solidFill>
              </a:rPr>
              <a:t>Day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Testing </a:t>
            </a:r>
            <a:r>
              <a:rPr lang="en-GB" dirty="0">
                <a:solidFill>
                  <a:srgbClr val="FF4700"/>
                </a:solidFill>
              </a:rPr>
              <a:t>APIs</a:t>
            </a:r>
            <a:r>
              <a:rPr lang="en-GB" dirty="0">
                <a:solidFill>
                  <a:schemeClr val="bg1"/>
                </a:solidFill>
              </a:rPr>
              <a:t> with Postman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Using AI in testing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693611-47A3-9CEC-710A-3AE2CB342DA0}"/>
              </a:ext>
            </a:extLst>
          </p:cNvPr>
          <p:cNvSpPr txBox="1"/>
          <p:nvPr/>
        </p:nvSpPr>
        <p:spPr>
          <a:xfrm>
            <a:off x="8270377" y="3226707"/>
            <a:ext cx="341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>
                <a:solidFill>
                  <a:schemeClr val="bg1"/>
                </a:solidFill>
              </a:rPr>
              <a:t>Phase 1 Assessment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91E923-C1F8-859C-7BBB-6D4AA982A175}"/>
              </a:ext>
            </a:extLst>
          </p:cNvPr>
          <p:cNvCxnSpPr/>
          <p:nvPr/>
        </p:nvCxnSpPr>
        <p:spPr>
          <a:xfrm>
            <a:off x="2049729" y="4522905"/>
            <a:ext cx="3614641" cy="0"/>
          </a:xfrm>
          <a:prstGeom prst="straightConnector1">
            <a:avLst/>
          </a:prstGeom>
          <a:ln w="57150">
            <a:solidFill>
              <a:srgbClr val="FF47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839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0D14-A934-3A47-F14C-C0737B4E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You Remember?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A2757-6B56-EEC0-C03F-A71422CF24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Where should most automated feedback live—and why?</a:t>
            </a:r>
          </a:p>
          <a:p>
            <a:pPr lvl="0"/>
            <a:r>
              <a:rPr lang="en-GB" dirty="0"/>
              <a:t>What makes a locator resilient?</a:t>
            </a:r>
          </a:p>
          <a:p>
            <a:pPr lvl="0"/>
            <a:r>
              <a:rPr lang="en-GB" dirty="0"/>
              <a:t>What is wrong with a fixed sleep?</a:t>
            </a:r>
          </a:p>
          <a:p>
            <a:pPr lvl="0"/>
            <a:r>
              <a:rPr lang="en-GB" dirty="0"/>
              <a:t>What does test independence require?</a:t>
            </a:r>
          </a:p>
          <a:p>
            <a:pPr lvl="0"/>
            <a:r>
              <a:rPr lang="en-GB" dirty="0"/>
              <a:t>Which evidence would you inspect first after a UI failure?</a:t>
            </a:r>
          </a:p>
          <a:p>
            <a:pPr marL="2286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3059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AE24-9796-CFF1-12BC-A73E8DE9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Today's Outcomes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FC042-F3E1-D43C-3FCF-9800952F2E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By the end, you can:</a:t>
            </a:r>
          </a:p>
          <a:p>
            <a:pPr lvl="1"/>
            <a:r>
              <a:rPr lang="en-GB" dirty="0"/>
              <a:t>trace an HTTP request and response;</a:t>
            </a:r>
          </a:p>
          <a:p>
            <a:pPr lvl="1"/>
            <a:r>
              <a:rPr lang="en-GB" dirty="0"/>
              <a:t>design positive, negative, boundary, and validation API checks;</a:t>
            </a:r>
          </a:p>
          <a:p>
            <a:pPr lvl="1"/>
            <a:r>
              <a:rPr lang="en-GB" dirty="0"/>
              <a:t>explain why UI validation does not secure an API;</a:t>
            </a:r>
          </a:p>
          <a:p>
            <a:pPr lvl="1"/>
            <a:r>
              <a:rPr lang="en-GB" dirty="0"/>
              <a:t>use Postman to investigate behaviour;</a:t>
            </a:r>
          </a:p>
          <a:p>
            <a:pPr lvl="1"/>
            <a:r>
              <a:rPr lang="en-GB" dirty="0"/>
              <a:t>critique AI-generated test ideas and code.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5458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9284-E1C6-47AC-1889-34088B49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HTTP for Testers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A7F8B-0203-AA63-1DA8-26F734B1F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48" y="1143294"/>
            <a:ext cx="8635915" cy="3827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E6AF99-0F05-5E7F-F1EF-20CD6517EFD7}"/>
              </a:ext>
            </a:extLst>
          </p:cNvPr>
          <p:cNvSpPr txBox="1"/>
          <p:nvPr/>
        </p:nvSpPr>
        <p:spPr>
          <a:xfrm>
            <a:off x="938948" y="5437707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Observe: </a:t>
            </a:r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method • URL • headers • body • status • response body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495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0F8A-6257-771A-C6A8-5E05F601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Anatomy of a Single Request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55661-9F2F-3455-2057-BB4A8666B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575" y="1208487"/>
            <a:ext cx="6151404" cy="403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3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C474-81F5-D335-FFDB-4C6F4E1E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Status Codes Are Part of the Behaviour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DF399-1C81-79C3-0ACF-D1D6BE375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90" y="1706881"/>
            <a:ext cx="7684620" cy="23431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D1588D-24D6-BEDF-2A99-7779BD0F3E68}"/>
              </a:ext>
            </a:extLst>
          </p:cNvPr>
          <p:cNvSpPr txBox="1"/>
          <p:nvPr/>
        </p:nvSpPr>
        <p:spPr>
          <a:xfrm>
            <a:off x="673526" y="4883000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Ask about </a:t>
            </a:r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body and headers</a:t>
            </a: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, not status alone.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71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6E27-F77F-4CE3-CCE5-2ABE2868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HTTP Verbs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F0A20-F5DB-75F7-6CD2-B63E12D91F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7553" y="1037138"/>
            <a:ext cx="9158086" cy="5026132"/>
          </a:xfrm>
        </p:spPr>
        <p:txBody>
          <a:bodyPr>
            <a:normAutofit fontScale="77500" lnSpcReduction="20000"/>
          </a:bodyPr>
          <a:lstStyle/>
          <a:p>
            <a:pPr marL="228600" indent="0">
              <a:buNone/>
            </a:pPr>
            <a:r>
              <a:rPr lang="en-GB" b="1" dirty="0"/>
              <a:t>GET</a:t>
            </a:r>
          </a:p>
          <a:p>
            <a:pPr marL="228600" indent="0">
              <a:buNone/>
            </a:pPr>
            <a:r>
              <a:rPr lang="en-GB" dirty="0"/>
              <a:t>The </a:t>
            </a:r>
            <a:r>
              <a:rPr lang="en-GB" b="1" dirty="0"/>
              <a:t>GET</a:t>
            </a:r>
            <a:r>
              <a:rPr lang="en-GB" dirty="0"/>
              <a:t> method is used to request data from a specified resource. It should only retrieve data and not modify it in any way. GET requests are safe, idempotent, and cacheable. </a:t>
            </a:r>
          </a:p>
          <a:p>
            <a:pPr marL="228600" indent="0">
              <a:buNone/>
            </a:pPr>
            <a:endParaRPr lang="en-GB" dirty="0"/>
          </a:p>
          <a:p>
            <a:pPr marL="228600" indent="0">
              <a:buNone/>
            </a:pPr>
            <a:r>
              <a:rPr lang="en-GB" b="1" dirty="0"/>
              <a:t>POST</a:t>
            </a:r>
          </a:p>
          <a:p>
            <a:pPr marL="228600" indent="0">
              <a:buNone/>
            </a:pPr>
            <a:r>
              <a:rPr lang="en-GB" dirty="0"/>
              <a:t>The </a:t>
            </a:r>
            <a:r>
              <a:rPr lang="en-GB" b="1" dirty="0"/>
              <a:t>POST</a:t>
            </a:r>
            <a:r>
              <a:rPr lang="en-GB" dirty="0"/>
              <a:t> method is used to submit data to be processed to a specified resource. It often causes a change in state or side effects on the server. POST requests are neither safe nor idempotent. </a:t>
            </a:r>
          </a:p>
          <a:p>
            <a:pPr marL="228600" indent="0">
              <a:buNone/>
            </a:pPr>
            <a:endParaRPr lang="en-GB" dirty="0"/>
          </a:p>
          <a:p>
            <a:pPr marL="228600" indent="0">
              <a:buNone/>
            </a:pPr>
            <a:r>
              <a:rPr lang="en-GB" b="1" dirty="0"/>
              <a:t>PUT</a:t>
            </a:r>
          </a:p>
          <a:p>
            <a:pPr marL="228600" indent="0">
              <a:buNone/>
            </a:pPr>
            <a:r>
              <a:rPr lang="en-GB" dirty="0"/>
              <a:t>The </a:t>
            </a:r>
            <a:r>
              <a:rPr lang="en-GB" b="1" dirty="0"/>
              <a:t>PUT</a:t>
            </a:r>
            <a:r>
              <a:rPr lang="en-GB" dirty="0"/>
              <a:t> method is used to update or replace a resource at a specified URI. If the resource does not exist, it can create a new one. PUT requests are idempotent but not safe. </a:t>
            </a:r>
          </a:p>
          <a:p>
            <a:pPr marL="228600" indent="0">
              <a:buNone/>
            </a:pPr>
            <a:endParaRPr lang="en-GB" dirty="0"/>
          </a:p>
          <a:p>
            <a:pPr marL="228600" indent="0">
              <a:buNone/>
            </a:pPr>
            <a:r>
              <a:rPr lang="en-GB" b="1" dirty="0"/>
              <a:t>DELETE</a:t>
            </a:r>
          </a:p>
          <a:p>
            <a:pPr marL="228600" indent="0">
              <a:buNone/>
            </a:pPr>
            <a:r>
              <a:rPr lang="en-GB" dirty="0"/>
              <a:t>The </a:t>
            </a:r>
            <a:r>
              <a:rPr lang="en-GB" b="1" dirty="0"/>
              <a:t>DELETE</a:t>
            </a:r>
            <a:r>
              <a:rPr lang="en-GB" dirty="0"/>
              <a:t> method is used to delete a specified resource. DELETE requests are idempotent but not safe. </a:t>
            </a:r>
          </a:p>
          <a:p>
            <a:pPr marL="228600" indent="0">
              <a:buNone/>
            </a:pPr>
            <a:endParaRPr lang="en-GB" dirty="0"/>
          </a:p>
          <a:p>
            <a:pPr marL="228600" indent="0">
              <a:buNone/>
            </a:pPr>
            <a:r>
              <a:rPr lang="en-GB" b="1" dirty="0"/>
              <a:t>PATCH</a:t>
            </a:r>
          </a:p>
          <a:p>
            <a:pPr marL="228600" indent="0">
              <a:buNone/>
            </a:pPr>
            <a:r>
              <a:rPr lang="en-GB" dirty="0"/>
              <a:t>The </a:t>
            </a:r>
            <a:r>
              <a:rPr lang="en-GB" b="1" dirty="0"/>
              <a:t>PATCH</a:t>
            </a:r>
            <a:r>
              <a:rPr lang="en-GB" dirty="0"/>
              <a:t> method is used to apply partial modifications to a resource. It is not a replacement for the POST or PUT methods. PATCH requests are neither safe nor idempotent.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95902-8CBA-A14B-1F64-A40FF3E36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679" y="753305"/>
            <a:ext cx="4127393" cy="567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9F7D4C-CA8E-061C-E8A9-93DC1EE4C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679" y="1878202"/>
            <a:ext cx="4010670" cy="56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06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7933-677E-9DA0-79F1-1008D59D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OSI 7 Layer Model</a:t>
            </a:r>
          </a:p>
        </p:txBody>
      </p:sp>
      <p:pic>
        <p:nvPicPr>
          <p:cNvPr id="4" name="Picture 3" descr="What Are the 7 Layers of OSI Model and How Do They Work">
            <a:extLst>
              <a:ext uri="{FF2B5EF4-FFF2-40B4-BE49-F238E27FC236}">
                <a16:creationId xmlns:a16="http://schemas.microsoft.com/office/drawing/2014/main" id="{F2A85BF2-48A4-522D-7818-EE6D5CD44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657" y="1409059"/>
            <a:ext cx="7269173" cy="408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84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FD38-E460-0C4B-3E68-5FEADA24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F26C8-2C70-995C-2170-A5A43281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10868" cy="471199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1 — Follow the </a:t>
            </a:r>
            <a:r>
              <a:rPr lang="en-GB" dirty="0" err="1"/>
              <a:t>NeuroPulse</a:t>
            </a:r>
            <a:r>
              <a:rPr lang="en-GB" dirty="0"/>
              <a:t> Request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920BA-D5D8-BD28-AEBD-258C7EEB7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Connect a browser action to its HTTP request, response, and visible result.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dirty="0"/>
              <a:t>Use developer tools on participant search or Start Recording.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5F0F1-3585-267C-69CF-B7EC63329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93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12F30-A0DD-E6FE-1AA9-CCF503EF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2242F-99C9-E719-92CD-6875A79D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Postman: Investigation Workspace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14BDD-6CA8-C417-4391-5CCAC7777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497" y="1059539"/>
            <a:ext cx="6123892" cy="15651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241EDF-FF8C-A1FE-2F73-3E1FBBD96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69" y="1059539"/>
            <a:ext cx="4703989" cy="40625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259174-38C5-BF48-7C73-20DB5302E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311" y="2903192"/>
            <a:ext cx="6211777" cy="3788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B122E1-BCD3-1FBC-E1DD-F09FA785EE31}"/>
              </a:ext>
            </a:extLst>
          </p:cNvPr>
          <p:cNvSpPr txBox="1"/>
          <p:nvPr/>
        </p:nvSpPr>
        <p:spPr>
          <a:xfrm>
            <a:off x="507552" y="5527111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Save intent and evidence—not a pile of unnamed requests.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706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2A046-D396-2A5C-2E75-41A36DAAA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31F6D2-724B-CC32-B519-43E58D33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10868" cy="471199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2 — Explore the </a:t>
            </a:r>
            <a:r>
              <a:rPr lang="en-GB" dirty="0" err="1"/>
              <a:t>NeuroPulse</a:t>
            </a:r>
            <a:r>
              <a:rPr lang="en-GB" dirty="0"/>
              <a:t>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0A361-57E4-ABA9-E50B-1D57BC2C5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Investigate resources, filters, status codes, and JSON representations.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the supplied collection for Participants, Devices, Sessions, or Telemetry.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A63DC-A6C5-F02D-8E45-A13C0049F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43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F1EA9-160D-636B-4887-073E727E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Positive Is the Beginning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A7E12-56EF-56F6-4439-676ECB86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011" y="1400305"/>
            <a:ext cx="3844447" cy="1105936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464FE04-EDA4-E521-A632-5FCBD32A60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4838" y="3125496"/>
            <a:ext cx="8139358" cy="2409999"/>
          </a:xfrm>
        </p:spPr>
        <p:txBody>
          <a:bodyPr/>
          <a:lstStyle/>
          <a:p>
            <a:pPr lvl="0"/>
            <a:r>
              <a:rPr lang="en-GB" dirty="0"/>
              <a:t>required / missing / null;</a:t>
            </a:r>
          </a:p>
          <a:p>
            <a:pPr lvl="0"/>
            <a:r>
              <a:rPr lang="en-GB" dirty="0"/>
              <a:t>malformed type or representation;</a:t>
            </a:r>
          </a:p>
          <a:p>
            <a:pPr lvl="0"/>
            <a:r>
              <a:rPr lang="en-GB" dirty="0"/>
              <a:t>just below / at / just above a boundary;</a:t>
            </a:r>
          </a:p>
          <a:p>
            <a:pPr lvl="0"/>
            <a:r>
              <a:rPr lang="en-GB" dirty="0"/>
              <a:t>invalid state or sequence;</a:t>
            </a:r>
          </a:p>
          <a:p>
            <a:pPr lvl="0"/>
            <a:r>
              <a:rPr lang="en-GB" dirty="0"/>
              <a:t>duplicate, repeated, or concurrent request.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817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6F2BD-1168-6ADF-1F13-69DB51007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Boundary Thinking: Battery Level</a:t>
            </a:r>
            <a:br>
              <a:rPr lang="en-GB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80076-1466-51B2-D476-96176708F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77" y="1710634"/>
            <a:ext cx="4627233" cy="3436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1013A8-B0CF-F225-9554-D802F79CF693}"/>
              </a:ext>
            </a:extLst>
          </p:cNvPr>
          <p:cNvSpPr txBox="1"/>
          <p:nvPr/>
        </p:nvSpPr>
        <p:spPr>
          <a:xfrm>
            <a:off x="642842" y="1141046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Requirement: </a:t>
            </a:r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at least 10% battery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C5693-B2FB-4C96-6406-7B9CD02E8B73}"/>
              </a:ext>
            </a:extLst>
          </p:cNvPr>
          <p:cNvSpPr txBox="1"/>
          <p:nvPr/>
        </p:nvSpPr>
        <p:spPr>
          <a:xfrm>
            <a:off x="826949" y="5439955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Then combine with connection and session state.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805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CD9B6-E3CA-2367-EDB7-D5B2B35A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234A54-3901-0BC1-D630-4F4FF2057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10868" cy="471199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3 — Break the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5C9C7-9FD4-C9E7-7589-99C1AF1CDB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Design targeted negative and boundary tests with explicit expected outcomes.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Probe participant creation, assignment, session start, or telemetry input.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20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2EDB3-352D-DA0B-7F1D-1A2AA5566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25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09D23-55E5-B854-376A-F0FB1C660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UI Validation ≠ System Protection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7B731-0386-A418-FC85-5EAED9819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38" y="2234133"/>
            <a:ext cx="6957392" cy="21298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278F80-BBFE-7854-03E8-2F4276ACAC61}"/>
              </a:ext>
            </a:extLst>
          </p:cNvPr>
          <p:cNvSpPr txBox="1"/>
          <p:nvPr/>
        </p:nvSpPr>
        <p:spPr>
          <a:xfrm>
            <a:off x="648979" y="5037986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If React refuses a value, has the API protected itself?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59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2BA7-4134-70F0-F609-196B823E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BE9118-1567-94FE-E1D7-A214B9B9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10868" cy="471199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4 — The UI Said No; What Does the API Say?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81702-9894-F6C1-4065-0524C7D9E7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Compare client-side constraints with direct API behaviour.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participant email/required fields or session business-state rules.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92244-250D-7CDE-57AF-F09FDA2BA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86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9AA5-F138-0089-B66B-9D08EA08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Validation Has Layers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E08D5-91CE-BE6D-A0D6-89E3F063B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74" y="1735150"/>
            <a:ext cx="6426691" cy="2860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28C2E1-9A27-28D5-52D8-F6C3394DA775}"/>
              </a:ext>
            </a:extLst>
          </p:cNvPr>
          <p:cNvSpPr txBox="1"/>
          <p:nvPr/>
        </p:nvSpPr>
        <p:spPr>
          <a:xfrm>
            <a:off x="644375" y="5044543"/>
            <a:ext cx="557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Consistency matters; identical implementation does not.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371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F1BA4-7FD9-C13E-D412-9263F8E4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37B9-90BD-D874-B8C0-C24E9B53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AI-Enabled Testing: Useful Roles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9879B-C1A3-BD71-36A6-5814F4072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70" y="1091904"/>
            <a:ext cx="8718531" cy="769848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EB79A01-F034-EF8B-F947-E7FE12C834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5767" y="2890798"/>
            <a:ext cx="7452024" cy="2386185"/>
          </a:xfrm>
        </p:spPr>
        <p:txBody>
          <a:bodyPr/>
          <a:lstStyle/>
          <a:p>
            <a:pPr lvl="0"/>
            <a:r>
              <a:rPr lang="en-GB" dirty="0"/>
              <a:t>expand candidate boundaries;</a:t>
            </a:r>
          </a:p>
          <a:p>
            <a:pPr lvl="0"/>
            <a:r>
              <a:rPr lang="en-GB" dirty="0"/>
              <a:t>challenge requirement assumptions;</a:t>
            </a:r>
          </a:p>
          <a:p>
            <a:pPr lvl="0"/>
            <a:r>
              <a:rPr lang="en-GB" dirty="0"/>
              <a:t>draft a test or data builder;</a:t>
            </a:r>
          </a:p>
          <a:p>
            <a:pPr lvl="0"/>
            <a:r>
              <a:rPr lang="en-GB" dirty="0"/>
              <a:t>explain an unfamiliar failure;</a:t>
            </a:r>
          </a:p>
          <a:p>
            <a:pPr lvl="0"/>
            <a:r>
              <a:rPr lang="en-GB" dirty="0"/>
              <a:t>spot duplication and review readability.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1C471-BE24-BA03-4E36-17B3C0A26AE2}"/>
              </a:ext>
            </a:extLst>
          </p:cNvPr>
          <p:cNvSpPr txBox="1"/>
          <p:nvPr/>
        </p:nvSpPr>
        <p:spPr>
          <a:xfrm>
            <a:off x="875767" y="5404400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Human judgement selects, verifies, and owns the result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Graphic 3" descr="Gauge with solid fill">
            <a:extLst>
              <a:ext uri="{FF2B5EF4-FFF2-40B4-BE49-F238E27FC236}">
                <a16:creationId xmlns:a16="http://schemas.microsoft.com/office/drawing/2014/main" id="{3106415F-736B-D4B8-E7A5-752005331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6380" y="1959061"/>
            <a:ext cx="914400" cy="91440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25BB5AFC-8838-600E-6D6B-B1C219934D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7728" y="1919075"/>
            <a:ext cx="914400" cy="914400"/>
          </a:xfrm>
          <a:prstGeom prst="rect">
            <a:avLst/>
          </a:prstGeom>
        </p:spPr>
      </p:pic>
      <p:pic>
        <p:nvPicPr>
          <p:cNvPr id="11" name="Graphic 10" descr="Customer review with solid fill">
            <a:extLst>
              <a:ext uri="{FF2B5EF4-FFF2-40B4-BE49-F238E27FC236}">
                <a16:creationId xmlns:a16="http://schemas.microsoft.com/office/drawing/2014/main" id="{32AE2D13-36A3-340F-7F14-AAE8850496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8877" y="1976398"/>
            <a:ext cx="914400" cy="914400"/>
          </a:xfrm>
          <a:prstGeom prst="rect">
            <a:avLst/>
          </a:prstGeom>
        </p:spPr>
      </p:pic>
      <p:pic>
        <p:nvPicPr>
          <p:cNvPr id="13" name="Graphic 12" descr="Lightbulb and gear with solid fill">
            <a:extLst>
              <a:ext uri="{FF2B5EF4-FFF2-40B4-BE49-F238E27FC236}">
                <a16:creationId xmlns:a16="http://schemas.microsoft.com/office/drawing/2014/main" id="{A089DD4D-FEEB-A672-0E27-6A3805653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2232" y="195906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6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A9F57-565E-5B34-9297-92C1F37C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BB1FE-527D-53C8-0B2B-F496C647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Risk Ledger</a:t>
            </a:r>
            <a:br>
              <a:rPr lang="en-GB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86C5A9-9E2E-E0B1-B4FB-44FA7F31A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759" y="1275720"/>
            <a:ext cx="6212481" cy="3246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10AED5-3989-000F-0E7F-B0087CC823D6}"/>
              </a:ext>
            </a:extLst>
          </p:cNvPr>
          <p:cNvSpPr txBox="1"/>
          <p:nvPr/>
        </p:nvSpPr>
        <p:spPr>
          <a:xfrm>
            <a:off x="869908" y="5212948"/>
            <a:ext cx="663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Generated ≠ correct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595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4F61-8C41-C3CD-8E2F-1CF66B58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0F1A5B-DA8D-F83C-FC6A-E7DA8ECD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10868" cy="471199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5 — Ask AI to Test This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A2BCB-32B1-02CE-4D3C-02E3912163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Compare human test design with AI-generated candidates and improve the prompt.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Use the Start Recording or Assign a Device user story.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20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1A69C-5C72-87AC-FEC1-41A319FEE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27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CA28-0DB8-3D28-2524-D79D4310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Would You Merge This?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3EFED7-5257-1A06-33E3-E9212B2B39ED}"/>
              </a:ext>
            </a:extLst>
          </p:cNvPr>
          <p:cNvSpPr txBox="1"/>
          <p:nvPr/>
        </p:nvSpPr>
        <p:spPr>
          <a:xfrm>
            <a:off x="790128" y="4488221"/>
            <a:ext cx="921304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Aft>
                <a:spcPts val="1200"/>
              </a:spcAft>
              <a:buNone/>
            </a:pPr>
            <a:r>
              <a:rPr lang="en-GB" sz="1800" b="0" i="0" dirty="0">
                <a:solidFill>
                  <a:schemeClr val="bg1"/>
                </a:solidFill>
                <a:effectLst/>
                <a:latin typeface="+mn-lt"/>
              </a:rPr>
              <a:t>Review for: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800" b="1" i="0" dirty="0">
                <a:solidFill>
                  <a:schemeClr val="bg1"/>
                </a:solidFill>
                <a:effectLst/>
                <a:latin typeface="+mn-lt"/>
              </a:rPr>
              <a:t>intent • truth • synchronization • isolation • diagnostics • maintainability</a:t>
            </a:r>
            <a:endParaRPr lang="en-GB" sz="1200" b="0" i="0" dirty="0">
              <a:solidFill>
                <a:schemeClr val="bg1"/>
              </a:solidFill>
              <a:effectLst/>
              <a:latin typeface="Mona Sans VF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15C191-8936-A3F3-E676-4829E1103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16" y="2311003"/>
            <a:ext cx="7866877" cy="11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04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B17AE-09BE-00B2-4D1A-B24A8BA2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31D1F6-68D3-3371-C8FD-A92EE60A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1" y="342993"/>
            <a:ext cx="5510868" cy="471199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Activity 6 — Would You Merge This AI-Generated Test?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C82B3-52E8-DF38-EC1D-FF63BBAE1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00" y="1232023"/>
            <a:ext cx="4488348" cy="3818656"/>
          </a:xfrm>
          <a:solidFill>
            <a:schemeClr val="bg2"/>
          </a:solidFill>
        </p:spPr>
        <p:txBody>
          <a:bodyPr/>
          <a:lstStyle/>
          <a:p>
            <a:r>
              <a:rPr lang="en-GB" sz="1800" b="1" u="sng" dirty="0"/>
              <a:t>Purpose</a:t>
            </a:r>
            <a:endParaRPr lang="en-GB" sz="1800" u="sng" dirty="0"/>
          </a:p>
          <a:p>
            <a:pPr indent="0"/>
            <a:r>
              <a:rPr lang="en-GB" sz="1800" dirty="0"/>
              <a:t>Apply normal code-review and test-design standards to generated work.</a:t>
            </a:r>
          </a:p>
          <a:p>
            <a:pPr indent="0"/>
            <a:endParaRPr lang="en-GB" sz="1800" b="1" dirty="0"/>
          </a:p>
          <a:p>
            <a:r>
              <a:rPr lang="en-GB" sz="1800" b="1" u="sng" dirty="0" err="1"/>
              <a:t>NeuroPulse</a:t>
            </a:r>
            <a:r>
              <a:rPr lang="en-GB" sz="1800" b="1" u="sng" dirty="0"/>
              <a:t> context</a:t>
            </a:r>
            <a:endParaRPr lang="en-GB" sz="1800" u="sng" dirty="0"/>
          </a:p>
          <a:p>
            <a:pPr indent="0"/>
            <a:r>
              <a:rPr lang="en-GB" sz="1800" dirty="0"/>
              <a:t>Critique a candidate recording-session or API validation test.</a:t>
            </a:r>
          </a:p>
          <a:p>
            <a:pPr indent="0"/>
            <a:endParaRPr lang="en-GB" sz="1800" b="1" dirty="0"/>
          </a:p>
          <a:p>
            <a:r>
              <a:rPr lang="en-GB" sz="1800" b="1" u="sng" dirty="0"/>
              <a:t>Estimated time:</a:t>
            </a:r>
            <a:r>
              <a:rPr lang="en-GB" sz="1800" dirty="0"/>
              <a:t> 15 minutes</a:t>
            </a:r>
          </a:p>
          <a:p>
            <a:pPr marL="228600" indent="0">
              <a:buNone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5B5B82-6AC0-C9BF-357E-753AB0967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4253" y="1030405"/>
            <a:ext cx="6210345" cy="434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32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F30D62-88E0-1697-E920-BB038CE1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 Assessment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BE9A75C-FE2B-F6EB-9AB3-E99943A98F1A}"/>
              </a:ext>
            </a:extLst>
          </p:cNvPr>
          <p:cNvSpPr txBox="1">
            <a:spLocks/>
          </p:cNvSpPr>
          <p:nvPr/>
        </p:nvSpPr>
        <p:spPr>
          <a:xfrm>
            <a:off x="1151928" y="3429000"/>
            <a:ext cx="7452024" cy="238618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FF4700"/>
              </a:buClr>
              <a:buFont typeface="Courier New" panose="02070309020205020404" pitchFamily="49" charset="0"/>
              <a:buChar char="?"/>
            </a:pPr>
            <a:r>
              <a:rPr lang="en-GB" kern="0" dirty="0">
                <a:solidFill>
                  <a:schemeClr val="tx1"/>
                </a:solidFill>
              </a:rPr>
              <a:t>Shift-left thinking.</a:t>
            </a:r>
          </a:p>
          <a:p>
            <a:pPr marL="285750" indent="-285750">
              <a:buClr>
                <a:srgbClr val="FF4700"/>
              </a:buClr>
              <a:buFont typeface="Courier New" panose="02070309020205020404" pitchFamily="49" charset="0"/>
              <a:buChar char="?"/>
            </a:pPr>
            <a:r>
              <a:rPr lang="en-GB" kern="0" dirty="0">
                <a:solidFill>
                  <a:schemeClr val="tx1"/>
                </a:solidFill>
              </a:rPr>
              <a:t>The testing pyramid</a:t>
            </a:r>
          </a:p>
          <a:p>
            <a:pPr marL="285750" indent="-285750">
              <a:buClr>
                <a:srgbClr val="FF4700"/>
              </a:buClr>
              <a:buFont typeface="Courier New" panose="02070309020205020404" pitchFamily="49" charset="0"/>
              <a:buChar char="?"/>
            </a:pPr>
            <a:r>
              <a:rPr lang="en-GB" kern="0" dirty="0">
                <a:solidFill>
                  <a:schemeClr val="tx1"/>
                </a:solidFill>
              </a:rPr>
              <a:t>Playwright foundations</a:t>
            </a:r>
          </a:p>
          <a:p>
            <a:pPr marL="742950" lvl="1" indent="-285750">
              <a:buClr>
                <a:srgbClr val="FF4700"/>
              </a:buClr>
              <a:buFont typeface="Courier New" panose="02070309020205020404" pitchFamily="49" charset="0"/>
              <a:buChar char="?"/>
            </a:pPr>
            <a:r>
              <a:rPr lang="en-GB" kern="0" dirty="0">
                <a:solidFill>
                  <a:schemeClr val="tx1"/>
                </a:solidFill>
              </a:rPr>
              <a:t>Locators, </a:t>
            </a:r>
            <a:r>
              <a:rPr lang="en-GB" kern="0" dirty="0" err="1">
                <a:solidFill>
                  <a:schemeClr val="tx1"/>
                </a:solidFill>
              </a:rPr>
              <a:t>waitForTimeouts</a:t>
            </a:r>
            <a:r>
              <a:rPr lang="en-GB" kern="0" dirty="0">
                <a:solidFill>
                  <a:schemeClr val="tx1"/>
                </a:solidFill>
              </a:rPr>
              <a:t>, </a:t>
            </a:r>
            <a:r>
              <a:rPr lang="en-GB" kern="0" dirty="0" err="1">
                <a:solidFill>
                  <a:schemeClr val="tx1"/>
                </a:solidFill>
              </a:rPr>
              <a:t>getByRole</a:t>
            </a:r>
            <a:endParaRPr lang="en-GB" kern="0" dirty="0">
              <a:solidFill>
                <a:schemeClr val="tx1"/>
              </a:solidFill>
            </a:endParaRPr>
          </a:p>
          <a:p>
            <a:pPr marL="285750" indent="-285750">
              <a:buClr>
                <a:srgbClr val="FF4700"/>
              </a:buClr>
              <a:buFont typeface="Courier New" panose="02070309020205020404" pitchFamily="49" charset="0"/>
              <a:buChar char="?"/>
            </a:pPr>
            <a:r>
              <a:rPr lang="en-GB" kern="0" dirty="0">
                <a:solidFill>
                  <a:schemeClr val="tx1"/>
                </a:solidFill>
              </a:rPr>
              <a:t>API testing</a:t>
            </a:r>
          </a:p>
          <a:p>
            <a:pPr marL="742950" lvl="1" indent="-285750">
              <a:buClr>
                <a:srgbClr val="FF4700"/>
              </a:buClr>
              <a:buFont typeface="Courier New" panose="02070309020205020404" pitchFamily="49" charset="0"/>
              <a:buChar char="?"/>
            </a:pPr>
            <a:r>
              <a:rPr lang="en-GB" kern="0" dirty="0">
                <a:solidFill>
                  <a:schemeClr val="tx1"/>
                </a:solidFill>
              </a:rPr>
              <a:t>HTTP response codes, </a:t>
            </a:r>
          </a:p>
          <a:p>
            <a:pPr marL="285750" indent="-285750">
              <a:buClr>
                <a:srgbClr val="FF4700"/>
              </a:buClr>
              <a:buFont typeface="Courier New" panose="02070309020205020404" pitchFamily="49" charset="0"/>
              <a:buChar char="?"/>
            </a:pPr>
            <a:r>
              <a:rPr lang="en-GB" kern="0" dirty="0">
                <a:solidFill>
                  <a:schemeClr val="tx1"/>
                </a:solidFill>
              </a:rPr>
              <a:t>AI-Enabled testing</a:t>
            </a:r>
          </a:p>
          <a:p>
            <a:endParaRPr lang="en-GB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294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F749-ADC3-B5CE-4370-66F50738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42;p24">
            <a:extLst>
              <a:ext uri="{FF2B5EF4-FFF2-40B4-BE49-F238E27FC236}">
                <a16:creationId xmlns:a16="http://schemas.microsoft.com/office/drawing/2014/main" id="{737B52D9-2DDD-32E5-EC34-E26452CA7D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bg2"/>
          </a:solidFill>
          <a:ln>
            <a:noFill/>
            <a:prstDash/>
          </a:ln>
          <a:effectLst/>
        </p:spPr>
        <p:txBody>
          <a:bodyPr rot="0" spcFirstLastPara="1" vertOverflow="overflow" horzOverflow="overflow" vert="horz" wrap="square" lIns="91425" tIns="45700" rIns="91425" bIns="457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3200"/>
              <a:buFont typeface="Inter"/>
              <a:buNone/>
              <a:defRPr sz="3200" b="1" i="0" u="none" strike="noStrike" cap="non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88483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b26ca8ad-99f3-4d7d-adc9-5e09981f3e51"/>
</p:tagLst>
</file>

<file path=ppt/theme/theme1.xml><?xml version="1.0" encoding="utf-8"?>
<a:theme xmlns:a="http://schemas.openxmlformats.org/drawingml/2006/main" name="Neueda 2026">
  <a:themeElements>
    <a:clrScheme name="Custom 1">
      <a:dk1>
        <a:srgbClr val="FFFFFF"/>
      </a:dk1>
      <a:lt1>
        <a:srgbClr val="2C2F41"/>
      </a:lt1>
      <a:dk2>
        <a:srgbClr val="191A24"/>
      </a:dk2>
      <a:lt2>
        <a:srgbClr val="2C2F41"/>
      </a:lt2>
      <a:accent1>
        <a:srgbClr val="2C2F41"/>
      </a:accent1>
      <a:accent2>
        <a:srgbClr val="FF4700"/>
      </a:accent2>
      <a:accent3>
        <a:srgbClr val="FFD275"/>
      </a:accent3>
      <a:accent4>
        <a:srgbClr val="276FBF"/>
      </a:accent4>
      <a:accent5>
        <a:srgbClr val="FFFFFF"/>
      </a:accent5>
      <a:accent6>
        <a:srgbClr val="5B85AA"/>
      </a:accent6>
      <a:hlink>
        <a:srgbClr val="FF4700"/>
      </a:hlink>
      <a:folHlink>
        <a:srgbClr val="FF4700"/>
      </a:folHlink>
    </a:clrScheme>
    <a:fontScheme name="Neueda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C56CCA5A1C94AB07F13D7F09C17CA" ma:contentTypeVersion="29" ma:contentTypeDescription="Create a new document." ma:contentTypeScope="" ma:versionID="9e9d54540c69355e1d05c5aabc61c47c">
  <xsd:schema xmlns:xsd="http://www.w3.org/2001/XMLSchema" xmlns:xs="http://www.w3.org/2001/XMLSchema" xmlns:p="http://schemas.microsoft.com/office/2006/metadata/properties" xmlns:ns1="http://schemas.microsoft.com/sharepoint/v3" xmlns:ns2="2c08f754-a9ea-4773-b604-7244bf3e6a7b" xmlns:ns3="d905f990-1265-453a-8377-6052b5295bf7" targetNamespace="http://schemas.microsoft.com/office/2006/metadata/properties" ma:root="true" ma:fieldsID="d83f8a048dd320245a0f904807145956" ns1:_="" ns2:_="" ns3:_="">
    <xsd:import namespace="http://schemas.microsoft.com/sharepoint/v3"/>
    <xsd:import namespace="2c08f754-a9ea-4773-b604-7244bf3e6a7b"/>
    <xsd:import namespace="d905f990-1265-453a-8377-6052b5295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DefaultOrde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Addtowebsite" minOccurs="0"/>
                <xsd:element ref="ns2:MediaServiceObjectDetectorVersions" minOccurs="0"/>
                <xsd:element ref="ns2:MediaServiceBillingMetadata" minOccurs="0"/>
                <xsd:element ref="ns2:Test" minOccurs="0"/>
                <xsd:element ref="ns2:Topic" minOccurs="0"/>
                <xsd:element ref="ns2:SubTopic" minOccurs="0"/>
                <xsd:element ref="ns1:_ip_UnifiedCompliancePolicyProperties" minOccurs="0"/>
                <xsd:element ref="ns1:_ip_UnifiedCompliancePolicyUIAction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08f754-a9ea-4773-b604-7244bf3e6a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3482690-7c15-4db0-a421-5a175f9ff9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efaultOrder" ma:index="20" nillable="true" ma:displayName="DefaultOrder" ma:default="0" ma:description="Integer to order folders" ma:format="Dropdown" ma:internalName="DefaultOrder" ma:percentage="FALSE">
      <xsd:simpleType>
        <xsd:restriction base="dms:Number">
          <xsd:minInclusive value="0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Addtowebsite" ma:index="25" nillable="true" ma:displayName="Add to website " ma:format="Dropdown" ma:internalName="Addtowebsite">
      <xsd:simpleType>
        <xsd:restriction base="dms:Choice">
          <xsd:enumeration value="Yes"/>
          <xsd:enumeration value="No"/>
          <xsd:enumeration value="Choice 3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Test" ma:index="28" nillable="true" ma:displayName="Test" ma:format="Dropdown" ma:list="UserInfo" ma:SharePointGroup="0" ma:internalName="Tes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opic" ma:index="29" nillable="true" ma:displayName="Topic" ma:format="Dropdown" ma:list="229e7ed0-77e4-418a-876e-dff4abf19a80" ma:internalName="Topic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ubTopic" ma:index="30" nillable="true" ma:displayName="Sub Topic " ma:format="Dropdown" ma:list="4bf8ae56-1bb5-410a-9041-f4d21fb0436c" ma:internalName="SubTopic" ma:showField="Title">
      <xsd:simpleType>
        <xsd:restriction base="dms:Lookup"/>
      </xsd:simpleType>
    </xsd:element>
    <xsd:element name="Hyperlink" ma:index="33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5f990-1265-453a-8377-6052b5295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a696fa-5d9f-492f-b5c6-7d28dca96e11}" ma:internalName="TaxCatchAll" ma:showField="CatchAllData" ma:web="d905f990-1265-453a-8377-6052b5295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pic xmlns="2c08f754-a9ea-4773-b604-7244bf3e6a7b" xsi:nil="true"/>
    <Hyperlink xmlns="2c08f754-a9ea-4773-b604-7244bf3e6a7b">
      <Url xsi:nil="true"/>
      <Description xsi:nil="true"/>
    </Hyperlink>
    <SubTopic xmlns="2c08f754-a9ea-4773-b604-7244bf3e6a7b" xsi:nil="true"/>
    <Test xmlns="2c08f754-a9ea-4773-b604-7244bf3e6a7b">
      <UserInfo>
        <DisplayName/>
        <AccountId xsi:nil="true"/>
        <AccountType/>
      </UserInfo>
    </Test>
    <_ip_UnifiedCompliancePolicyUIAction xmlns="http://schemas.microsoft.com/sharepoint/v3" xsi:nil="true"/>
    <DefaultOrder xmlns="2c08f754-a9ea-4773-b604-7244bf3e6a7b">0</DefaultOrder>
    <_ip_UnifiedCompliancePolicyProperties xmlns="http://schemas.microsoft.com/sharepoint/v3" xsi:nil="true"/>
    <Addtowebsite xmlns="2c08f754-a9ea-4773-b604-7244bf3e6a7b" xsi:nil="true"/>
    <lcf76f155ced4ddcb4097134ff3c332f xmlns="2c08f754-a9ea-4773-b604-7244bf3e6a7b">
      <Terms xmlns="http://schemas.microsoft.com/office/infopath/2007/PartnerControls"/>
    </lcf76f155ced4ddcb4097134ff3c332f>
    <TaxCatchAll xmlns="d905f990-1265-453a-8377-6052b5295bf7" xsi:nil="true"/>
  </documentManagement>
</p:properties>
</file>

<file path=customXml/itemProps1.xml><?xml version="1.0" encoding="utf-8"?>
<ds:datastoreItem xmlns:ds="http://schemas.openxmlformats.org/officeDocument/2006/customXml" ds:itemID="{C458E5D6-5AA7-44ED-AFAF-DFB2ABF2F37E}">
  <ds:schemaRefs>
    <ds:schemaRef ds:uri="2c08f754-a9ea-4773-b604-7244bf3e6a7b"/>
    <ds:schemaRef ds:uri="d905f990-1265-453a-8377-6052b5295b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99DC986-9963-4A0B-A521-1A70BA02C9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4B0FEC-CC98-462D-9CE7-74B233B3BDC7}">
  <ds:schemaRefs>
    <ds:schemaRef ds:uri="http://schemas.openxmlformats.org/package/2006/metadata/core-properties"/>
    <ds:schemaRef ds:uri="http://schemas.microsoft.com/sharepoint/v3"/>
    <ds:schemaRef ds:uri="http://purl.org/dc/elements/1.1/"/>
    <ds:schemaRef ds:uri="d905f990-1265-453a-8377-6052b5295bf7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2c08f754-a9ea-4773-b604-7244bf3e6a7b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feb82c3-3193-44ae-964e-38700fead322}" enabled="1" method="Privileged" siteId="{48852407-12ea-48e5-9625-3a29b0f5c4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1003</Words>
  <Application>Microsoft Office PowerPoint</Application>
  <PresentationFormat>Widescreen</PresentationFormat>
  <Paragraphs>175</Paragraphs>
  <Slides>30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Calibri</vt:lpstr>
      <vt:lpstr>Courier New</vt:lpstr>
      <vt:lpstr>Inter</vt:lpstr>
      <vt:lpstr>Inter Medium</vt:lpstr>
      <vt:lpstr>Mona Sans VF</vt:lpstr>
      <vt:lpstr>Neueda 2026</vt:lpstr>
      <vt:lpstr>Everway SDET Shift-Left Program</vt:lpstr>
      <vt:lpstr>Session timings </vt:lpstr>
      <vt:lpstr>Housekeeping</vt:lpstr>
      <vt:lpstr>Shift-Left Program</vt:lpstr>
      <vt:lpstr>Phase 1 Day 2</vt:lpstr>
      <vt:lpstr>Testing Beyond the User Interface  </vt:lpstr>
      <vt:lpstr>Phase 1 </vt:lpstr>
      <vt:lpstr>What Do You Remember? </vt:lpstr>
      <vt:lpstr>Today's Outcomes </vt:lpstr>
      <vt:lpstr>HTTP for Testers </vt:lpstr>
      <vt:lpstr>Anatomy of a Single Request</vt:lpstr>
      <vt:lpstr>Status Codes Are Part of the Behaviour </vt:lpstr>
      <vt:lpstr>HTTP Verbs</vt:lpstr>
      <vt:lpstr>OSI 7 Layer Model</vt:lpstr>
      <vt:lpstr>Activity 1 — Follow the NeuroPulse Request</vt:lpstr>
      <vt:lpstr>Postman: Investigation Workspace </vt:lpstr>
      <vt:lpstr>Activity 2 — Explore the NeuroPulse API</vt:lpstr>
      <vt:lpstr>Positive Is the Beginning </vt:lpstr>
      <vt:lpstr>Boundary Thinking: Battery Level </vt:lpstr>
      <vt:lpstr>Activity 3 — Break the API</vt:lpstr>
      <vt:lpstr>UI Validation ≠ System Protection </vt:lpstr>
      <vt:lpstr>Activity 4 — The UI Said No; What Does the API Say?</vt:lpstr>
      <vt:lpstr>Validation Has Layers </vt:lpstr>
      <vt:lpstr>AI-Enabled Testing: Useful Roles </vt:lpstr>
      <vt:lpstr>The Risk Ledger </vt:lpstr>
      <vt:lpstr>Activity 5 — Ask AI to Test This</vt:lpstr>
      <vt:lpstr>Would You Merge This? </vt:lpstr>
      <vt:lpstr>Activity 6 — Would You Merge This AI-Generated Test?</vt:lpstr>
      <vt:lpstr>Phase 1 Assessment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Neueda ILT Master Deck </dc:title>
  <dc:creator>Hannah Lydon</dc:creator>
  <cp:lastModifiedBy>Ray Coulstock</cp:lastModifiedBy>
  <cp:revision>6</cp:revision>
  <dcterms:created xsi:type="dcterms:W3CDTF">2025-11-19T12:02:24Z</dcterms:created>
  <dcterms:modified xsi:type="dcterms:W3CDTF">2026-09-08T08:50:48Z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0x010100015C56CCA5A1C94AB07F13D7F09C17CA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{"FileActivityType":"9","FileActivityTimeStamp":"2025-11-19T16:08:40.220Z","FileActivityUsersOnPage":[{"DisplayName":"Hannah Lydon","Id":"hannah.lydon@neueda.com"},{"DisplayName":"Nikki Ashley","Id":"nikki.ashley@neueda.com"}],"FileActivityNavigationId":null}</vt:lpwstr>
  </property>
  <property fmtid="{D5CDD505-2E9C-101B-9397-08002B2CF9AE}" pid="7" name="TriggerFlowInfo">
    <vt:lpwstr/>
  </property>
</Properties>
</file>